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8" r:id="rId4"/>
    <p:sldId id="259" r:id="rId5"/>
    <p:sldId id="261" r:id="rId6"/>
    <p:sldId id="262" r:id="rId7"/>
    <p:sldId id="265" r:id="rId8"/>
    <p:sldId id="260" r:id="rId9"/>
    <p:sldId id="263" r:id="rId10"/>
    <p:sldId id="264" r:id="rId11"/>
    <p:sldId id="267" r:id="rId12"/>
    <p:sldId id="268" r:id="rId13"/>
    <p:sldId id="269" r:id="rId14"/>
    <p:sldId id="271"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42A852-9256-4397-9FF1-B7EBD2D58451}" v="36" dt="2025-08-29T14:04:48.4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5" d="100"/>
          <a:sy n="75" d="100"/>
        </p:scale>
        <p:origin x="53"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omas Wilkinson" userId="7795db02-0762-40a0-90f4-b11f45fbc070" providerId="ADAL" clId="{0242A852-9256-4397-9FF1-B7EBD2D58451}"/>
    <pc:docChg chg="undo custSel addSld delSld modSld">
      <pc:chgData name="Thomas Wilkinson" userId="7795db02-0762-40a0-90f4-b11f45fbc070" providerId="ADAL" clId="{0242A852-9256-4397-9FF1-B7EBD2D58451}" dt="2025-08-29T14:06:54.866" v="571" actId="2696"/>
      <pc:docMkLst>
        <pc:docMk/>
      </pc:docMkLst>
      <pc:sldChg chg="modSp mod">
        <pc:chgData name="Thomas Wilkinson" userId="7795db02-0762-40a0-90f4-b11f45fbc070" providerId="ADAL" clId="{0242A852-9256-4397-9FF1-B7EBD2D58451}" dt="2025-08-29T12:34:52.307" v="134" actId="20577"/>
        <pc:sldMkLst>
          <pc:docMk/>
          <pc:sldMk cId="3108315344" sldId="256"/>
        </pc:sldMkLst>
        <pc:spChg chg="mod">
          <ac:chgData name="Thomas Wilkinson" userId="7795db02-0762-40a0-90f4-b11f45fbc070" providerId="ADAL" clId="{0242A852-9256-4397-9FF1-B7EBD2D58451}" dt="2025-08-29T12:34:46.762" v="122" actId="20577"/>
          <ac:spMkLst>
            <pc:docMk/>
            <pc:sldMk cId="3108315344" sldId="256"/>
            <ac:spMk id="2" creationId="{51C252E2-B1D1-4D01-EF81-A0880149A2BA}"/>
          </ac:spMkLst>
        </pc:spChg>
        <pc:spChg chg="mod">
          <ac:chgData name="Thomas Wilkinson" userId="7795db02-0762-40a0-90f4-b11f45fbc070" providerId="ADAL" clId="{0242A852-9256-4397-9FF1-B7EBD2D58451}" dt="2025-08-29T12:34:52.307" v="134" actId="20577"/>
          <ac:spMkLst>
            <pc:docMk/>
            <pc:sldMk cId="3108315344" sldId="256"/>
            <ac:spMk id="3" creationId="{75D167D8-2AE1-317D-79C5-84C8F1DECB44}"/>
          </ac:spMkLst>
        </pc:spChg>
      </pc:sldChg>
      <pc:sldChg chg="modSp new mod">
        <pc:chgData name="Thomas Wilkinson" userId="7795db02-0762-40a0-90f4-b11f45fbc070" providerId="ADAL" clId="{0242A852-9256-4397-9FF1-B7EBD2D58451}" dt="2025-08-29T12:32:01.123" v="45" actId="5793"/>
        <pc:sldMkLst>
          <pc:docMk/>
          <pc:sldMk cId="3423479077" sldId="257"/>
        </pc:sldMkLst>
        <pc:spChg chg="mod">
          <ac:chgData name="Thomas Wilkinson" userId="7795db02-0762-40a0-90f4-b11f45fbc070" providerId="ADAL" clId="{0242A852-9256-4397-9FF1-B7EBD2D58451}" dt="2025-08-29T12:31:47.640" v="43" actId="20577"/>
          <ac:spMkLst>
            <pc:docMk/>
            <pc:sldMk cId="3423479077" sldId="257"/>
            <ac:spMk id="2" creationId="{682F4DE4-EDDC-E252-3001-909216974BB6}"/>
          </ac:spMkLst>
        </pc:spChg>
        <pc:spChg chg="mod">
          <ac:chgData name="Thomas Wilkinson" userId="7795db02-0762-40a0-90f4-b11f45fbc070" providerId="ADAL" clId="{0242A852-9256-4397-9FF1-B7EBD2D58451}" dt="2025-08-29T12:32:01.123" v="45" actId="5793"/>
          <ac:spMkLst>
            <pc:docMk/>
            <pc:sldMk cId="3423479077" sldId="257"/>
            <ac:spMk id="3" creationId="{EAE13E14-7E7B-929F-EE1D-14D462269262}"/>
          </ac:spMkLst>
        </pc:spChg>
      </pc:sldChg>
      <pc:sldChg chg="del">
        <pc:chgData name="Thomas Wilkinson" userId="7795db02-0762-40a0-90f4-b11f45fbc070" providerId="ADAL" clId="{0242A852-9256-4397-9FF1-B7EBD2D58451}" dt="2025-08-29T12:31:21.241" v="4" actId="2696"/>
        <pc:sldMkLst>
          <pc:docMk/>
          <pc:sldMk cId="3945151964" sldId="257"/>
        </pc:sldMkLst>
      </pc:sldChg>
      <pc:sldChg chg="addSp delSp modSp new mod setBg">
        <pc:chgData name="Thomas Wilkinson" userId="7795db02-0762-40a0-90f4-b11f45fbc070" providerId="ADAL" clId="{0242A852-9256-4397-9FF1-B7EBD2D58451}" dt="2025-08-29T12:53:28.191" v="339" actId="1076"/>
        <pc:sldMkLst>
          <pc:docMk/>
          <pc:sldMk cId="1800570907" sldId="258"/>
        </pc:sldMkLst>
        <pc:spChg chg="mod">
          <ac:chgData name="Thomas Wilkinson" userId="7795db02-0762-40a0-90f4-b11f45fbc070" providerId="ADAL" clId="{0242A852-9256-4397-9FF1-B7EBD2D58451}" dt="2025-08-29T12:33:42.620" v="83" actId="26606"/>
          <ac:spMkLst>
            <pc:docMk/>
            <pc:sldMk cId="1800570907" sldId="258"/>
            <ac:spMk id="2" creationId="{32E2AB3D-3044-B179-06DD-0ED65BCFB1D1}"/>
          </ac:spMkLst>
        </pc:spChg>
        <pc:spChg chg="del">
          <ac:chgData name="Thomas Wilkinson" userId="7795db02-0762-40a0-90f4-b11f45fbc070" providerId="ADAL" clId="{0242A852-9256-4397-9FF1-B7EBD2D58451}" dt="2025-08-29T12:33:07.235" v="76"/>
          <ac:spMkLst>
            <pc:docMk/>
            <pc:sldMk cId="1800570907" sldId="258"/>
            <ac:spMk id="3" creationId="{07C55722-E931-C29F-A962-8425290987D6}"/>
          </ac:spMkLst>
        </pc:spChg>
        <pc:spChg chg="add mod">
          <ac:chgData name="Thomas Wilkinson" userId="7795db02-0762-40a0-90f4-b11f45fbc070" providerId="ADAL" clId="{0242A852-9256-4397-9FF1-B7EBD2D58451}" dt="2025-08-29T12:53:28.191" v="339" actId="1076"/>
          <ac:spMkLst>
            <pc:docMk/>
            <pc:sldMk cId="1800570907" sldId="258"/>
            <ac:spMk id="6" creationId="{A3E3BDCF-E9C0-3947-5117-6160E4A36D60}"/>
          </ac:spMkLst>
        </pc:spChg>
        <pc:spChg chg="add del mod">
          <ac:chgData name="Thomas Wilkinson" userId="7795db02-0762-40a0-90f4-b11f45fbc070" providerId="ADAL" clId="{0242A852-9256-4397-9FF1-B7EBD2D58451}" dt="2025-08-29T12:53:08.670" v="331"/>
          <ac:spMkLst>
            <pc:docMk/>
            <pc:sldMk cId="1800570907" sldId="258"/>
            <ac:spMk id="8" creationId="{E09E4FF4-0406-F733-79C4-82B6D3DDAA8F}"/>
          </ac:spMkLst>
        </pc:spChg>
        <pc:spChg chg="add del">
          <ac:chgData name="Thomas Wilkinson" userId="7795db02-0762-40a0-90f4-b11f45fbc070" providerId="ADAL" clId="{0242A852-9256-4397-9FF1-B7EBD2D58451}" dt="2025-08-29T12:33:42.620" v="83" actId="26606"/>
          <ac:spMkLst>
            <pc:docMk/>
            <pc:sldMk cId="1800570907" sldId="258"/>
            <ac:spMk id="10" creationId="{6753252F-4873-4F63-801D-CC719279A7D5}"/>
          </ac:spMkLst>
        </pc:spChg>
        <pc:spChg chg="add del">
          <ac:chgData name="Thomas Wilkinson" userId="7795db02-0762-40a0-90f4-b11f45fbc070" providerId="ADAL" clId="{0242A852-9256-4397-9FF1-B7EBD2D58451}" dt="2025-08-29T12:33:42.620" v="83" actId="26606"/>
          <ac:spMkLst>
            <pc:docMk/>
            <pc:sldMk cId="1800570907" sldId="258"/>
            <ac:spMk id="12" creationId="{047C8CCB-F95D-4249-92DD-651249D3535A}"/>
          </ac:spMkLst>
        </pc:spChg>
        <pc:picChg chg="add del mod">
          <ac:chgData name="Thomas Wilkinson" userId="7795db02-0762-40a0-90f4-b11f45fbc070" providerId="ADAL" clId="{0242A852-9256-4397-9FF1-B7EBD2D58451}" dt="2025-08-29T12:52:50.902" v="330" actId="478"/>
          <ac:picMkLst>
            <pc:docMk/>
            <pc:sldMk cId="1800570907" sldId="258"/>
            <ac:picMk id="5" creationId="{265117FC-B114-7FCE-F9EC-688DC73AB3E3}"/>
          </ac:picMkLst>
        </pc:picChg>
        <pc:picChg chg="add mod modCrop">
          <ac:chgData name="Thomas Wilkinson" userId="7795db02-0762-40a0-90f4-b11f45fbc070" providerId="ADAL" clId="{0242A852-9256-4397-9FF1-B7EBD2D58451}" dt="2025-08-29T12:53:24.319" v="338" actId="1076"/>
          <ac:picMkLst>
            <pc:docMk/>
            <pc:sldMk cId="1800570907" sldId="258"/>
            <ac:picMk id="11" creationId="{0C63E9BF-AFDC-ABED-1A30-5FD5C4FB8BC5}"/>
          </ac:picMkLst>
        </pc:picChg>
      </pc:sldChg>
      <pc:sldChg chg="del">
        <pc:chgData name="Thomas Wilkinson" userId="7795db02-0762-40a0-90f4-b11f45fbc070" providerId="ADAL" clId="{0242A852-9256-4397-9FF1-B7EBD2D58451}" dt="2025-08-29T12:31:19.556" v="3" actId="2696"/>
        <pc:sldMkLst>
          <pc:docMk/>
          <pc:sldMk cId="3030482874" sldId="258"/>
        </pc:sldMkLst>
      </pc:sldChg>
      <pc:sldChg chg="addSp delSp modSp new mod">
        <pc:chgData name="Thomas Wilkinson" userId="7795db02-0762-40a0-90f4-b11f45fbc070" providerId="ADAL" clId="{0242A852-9256-4397-9FF1-B7EBD2D58451}" dt="2025-08-29T12:54:24.261" v="350" actId="1076"/>
        <pc:sldMkLst>
          <pc:docMk/>
          <pc:sldMk cId="1705032939" sldId="259"/>
        </pc:sldMkLst>
        <pc:spChg chg="mod">
          <ac:chgData name="Thomas Wilkinson" userId="7795db02-0762-40a0-90f4-b11f45fbc070" providerId="ADAL" clId="{0242A852-9256-4397-9FF1-B7EBD2D58451}" dt="2025-08-29T12:35:03.683" v="148" actId="20577"/>
          <ac:spMkLst>
            <pc:docMk/>
            <pc:sldMk cId="1705032939" sldId="259"/>
            <ac:spMk id="2" creationId="{B32B51B0-F03B-BEE3-6B72-A175EB496796}"/>
          </ac:spMkLst>
        </pc:spChg>
        <pc:spChg chg="del mod">
          <ac:chgData name="Thomas Wilkinson" userId="7795db02-0762-40a0-90f4-b11f45fbc070" providerId="ADAL" clId="{0242A852-9256-4397-9FF1-B7EBD2D58451}" dt="2025-08-29T12:35:38.519" v="150"/>
          <ac:spMkLst>
            <pc:docMk/>
            <pc:sldMk cId="1705032939" sldId="259"/>
            <ac:spMk id="3" creationId="{44AC4583-7BBF-5CBE-494D-3CF437F5E57A}"/>
          </ac:spMkLst>
        </pc:spChg>
        <pc:spChg chg="add del mod">
          <ac:chgData name="Thomas Wilkinson" userId="7795db02-0762-40a0-90f4-b11f45fbc070" providerId="ADAL" clId="{0242A852-9256-4397-9FF1-B7EBD2D58451}" dt="2025-08-29T12:43:47.671" v="173"/>
          <ac:spMkLst>
            <pc:docMk/>
            <pc:sldMk cId="1705032939" sldId="259"/>
            <ac:spMk id="8" creationId="{0FE743D5-9D57-7F79-1C21-D451B3F97FC7}"/>
          </ac:spMkLst>
        </pc:spChg>
        <pc:spChg chg="add mod">
          <ac:chgData name="Thomas Wilkinson" userId="7795db02-0762-40a0-90f4-b11f45fbc070" providerId="ADAL" clId="{0242A852-9256-4397-9FF1-B7EBD2D58451}" dt="2025-08-29T12:54:24.261" v="350" actId="1076"/>
          <ac:spMkLst>
            <pc:docMk/>
            <pc:sldMk cId="1705032939" sldId="259"/>
            <ac:spMk id="9" creationId="{86259CDE-936D-82DA-C56F-F84D379BE3B9}"/>
          </ac:spMkLst>
        </pc:spChg>
        <pc:spChg chg="add del mod">
          <ac:chgData name="Thomas Wilkinson" userId="7795db02-0762-40a0-90f4-b11f45fbc070" providerId="ADAL" clId="{0242A852-9256-4397-9FF1-B7EBD2D58451}" dt="2025-08-29T12:54:02.173" v="342"/>
          <ac:spMkLst>
            <pc:docMk/>
            <pc:sldMk cId="1705032939" sldId="259"/>
            <ac:spMk id="11" creationId="{A7E5F481-14E8-DD30-3C2A-F4011F328E93}"/>
          </ac:spMkLst>
        </pc:spChg>
        <pc:picChg chg="add del mod">
          <ac:chgData name="Thomas Wilkinson" userId="7795db02-0762-40a0-90f4-b11f45fbc070" providerId="ADAL" clId="{0242A852-9256-4397-9FF1-B7EBD2D58451}" dt="2025-08-29T12:53:41.036" v="340" actId="478"/>
          <ac:picMkLst>
            <pc:docMk/>
            <pc:sldMk cId="1705032939" sldId="259"/>
            <ac:picMk id="5" creationId="{882D510F-D630-A406-99F5-79DA0B782BB7}"/>
          </ac:picMkLst>
        </pc:picChg>
        <pc:picChg chg="add del mod">
          <ac:chgData name="Thomas Wilkinson" userId="7795db02-0762-40a0-90f4-b11f45fbc070" providerId="ADAL" clId="{0242A852-9256-4397-9FF1-B7EBD2D58451}" dt="2025-08-29T12:53:43.015" v="341" actId="478"/>
          <ac:picMkLst>
            <pc:docMk/>
            <pc:sldMk cId="1705032939" sldId="259"/>
            <ac:picMk id="7" creationId="{B85ECF21-1035-F076-0FEA-1D2F7263A7D1}"/>
          </ac:picMkLst>
        </pc:picChg>
        <pc:picChg chg="add mod modCrop">
          <ac:chgData name="Thomas Wilkinson" userId="7795db02-0762-40a0-90f4-b11f45fbc070" providerId="ADAL" clId="{0242A852-9256-4397-9FF1-B7EBD2D58451}" dt="2025-08-29T12:54:13.999" v="347" actId="1076"/>
          <ac:picMkLst>
            <pc:docMk/>
            <pc:sldMk cId="1705032939" sldId="259"/>
            <ac:picMk id="13" creationId="{2A972816-6593-7DCB-2590-9C1E54A2E402}"/>
          </ac:picMkLst>
        </pc:picChg>
      </pc:sldChg>
      <pc:sldChg chg="del">
        <pc:chgData name="Thomas Wilkinson" userId="7795db02-0762-40a0-90f4-b11f45fbc070" providerId="ADAL" clId="{0242A852-9256-4397-9FF1-B7EBD2D58451}" dt="2025-08-29T12:31:17.923" v="2" actId="2696"/>
        <pc:sldMkLst>
          <pc:docMk/>
          <pc:sldMk cId="4031317430" sldId="259"/>
        </pc:sldMkLst>
      </pc:sldChg>
      <pc:sldChg chg="addSp delSp modSp new mod">
        <pc:chgData name="Thomas Wilkinson" userId="7795db02-0762-40a0-90f4-b11f45fbc070" providerId="ADAL" clId="{0242A852-9256-4397-9FF1-B7EBD2D58451}" dt="2025-08-29T12:59:48.010" v="459" actId="14100"/>
        <pc:sldMkLst>
          <pc:docMk/>
          <pc:sldMk cId="361426689" sldId="260"/>
        </pc:sldMkLst>
        <pc:spChg chg="mod">
          <ac:chgData name="Thomas Wilkinson" userId="7795db02-0762-40a0-90f4-b11f45fbc070" providerId="ADAL" clId="{0242A852-9256-4397-9FF1-B7EBD2D58451}" dt="2025-08-29T12:44:17.310" v="198" actId="20577"/>
          <ac:spMkLst>
            <pc:docMk/>
            <pc:sldMk cId="361426689" sldId="260"/>
            <ac:spMk id="2" creationId="{3CCE52A1-C3D3-43AC-DA84-A423B5D88BEA}"/>
          </ac:spMkLst>
        </pc:spChg>
        <pc:spChg chg="del">
          <ac:chgData name="Thomas Wilkinson" userId="7795db02-0762-40a0-90f4-b11f45fbc070" providerId="ADAL" clId="{0242A852-9256-4397-9FF1-B7EBD2D58451}" dt="2025-08-29T12:48:01.699" v="265"/>
          <ac:spMkLst>
            <pc:docMk/>
            <pc:sldMk cId="361426689" sldId="260"/>
            <ac:spMk id="3" creationId="{475C8016-7423-FA9A-4A02-F9DDA411B591}"/>
          </ac:spMkLst>
        </pc:spChg>
        <pc:spChg chg="add mod">
          <ac:chgData name="Thomas Wilkinson" userId="7795db02-0762-40a0-90f4-b11f45fbc070" providerId="ADAL" clId="{0242A852-9256-4397-9FF1-B7EBD2D58451}" dt="2025-08-29T12:48:41.252" v="270"/>
          <ac:spMkLst>
            <pc:docMk/>
            <pc:sldMk cId="361426689" sldId="260"/>
            <ac:spMk id="6" creationId="{B285C67F-4BA5-FA73-9A8B-1D79B12BF780}"/>
          </ac:spMkLst>
        </pc:spChg>
        <pc:spChg chg="add del mod">
          <ac:chgData name="Thomas Wilkinson" userId="7795db02-0762-40a0-90f4-b11f45fbc070" providerId="ADAL" clId="{0242A852-9256-4397-9FF1-B7EBD2D58451}" dt="2025-08-29T12:59:35.955" v="453" actId="478"/>
          <ac:spMkLst>
            <pc:docMk/>
            <pc:sldMk cId="361426689" sldId="260"/>
            <ac:spMk id="10" creationId="{6E229DF9-6340-4A79-BC1B-5731642A8261}"/>
          </ac:spMkLst>
        </pc:spChg>
        <pc:picChg chg="add del mod">
          <ac:chgData name="Thomas Wilkinson" userId="7795db02-0762-40a0-90f4-b11f45fbc070" providerId="ADAL" clId="{0242A852-9256-4397-9FF1-B7EBD2D58451}" dt="2025-08-29T12:59:29.945" v="451" actId="478"/>
          <ac:picMkLst>
            <pc:docMk/>
            <pc:sldMk cId="361426689" sldId="260"/>
            <ac:picMk id="5" creationId="{2EA40DC2-294D-CBC6-B4F2-F5EE1B43DE28}"/>
          </ac:picMkLst>
        </pc:picChg>
        <pc:picChg chg="add mod">
          <ac:chgData name="Thomas Wilkinson" userId="7795db02-0762-40a0-90f4-b11f45fbc070" providerId="ADAL" clId="{0242A852-9256-4397-9FF1-B7EBD2D58451}" dt="2025-08-29T12:59:48.010" v="459" actId="14100"/>
          <ac:picMkLst>
            <pc:docMk/>
            <pc:sldMk cId="361426689" sldId="260"/>
            <ac:picMk id="8" creationId="{720635BF-36A2-F024-2985-9713CFC41C67}"/>
          </ac:picMkLst>
        </pc:picChg>
      </pc:sldChg>
      <pc:sldChg chg="del">
        <pc:chgData name="Thomas Wilkinson" userId="7795db02-0762-40a0-90f4-b11f45fbc070" providerId="ADAL" clId="{0242A852-9256-4397-9FF1-B7EBD2D58451}" dt="2025-08-29T12:31:14.650" v="0" actId="2696"/>
        <pc:sldMkLst>
          <pc:docMk/>
          <pc:sldMk cId="1044695369" sldId="260"/>
        </pc:sldMkLst>
      </pc:sldChg>
      <pc:sldChg chg="addSp delSp modSp new mod">
        <pc:chgData name="Thomas Wilkinson" userId="7795db02-0762-40a0-90f4-b11f45fbc070" providerId="ADAL" clId="{0242A852-9256-4397-9FF1-B7EBD2D58451}" dt="2025-08-29T12:55:09.408" v="358" actId="1076"/>
        <pc:sldMkLst>
          <pc:docMk/>
          <pc:sldMk cId="69929360" sldId="261"/>
        </pc:sldMkLst>
        <pc:spChg chg="mod">
          <ac:chgData name="Thomas Wilkinson" userId="7795db02-0762-40a0-90f4-b11f45fbc070" providerId="ADAL" clId="{0242A852-9256-4397-9FF1-B7EBD2D58451}" dt="2025-08-29T12:54:57.344" v="356" actId="20577"/>
          <ac:spMkLst>
            <pc:docMk/>
            <pc:sldMk cId="69929360" sldId="261"/>
            <ac:spMk id="2" creationId="{F735816A-7770-3596-4A4A-993AEF18C127}"/>
          </ac:spMkLst>
        </pc:spChg>
        <pc:spChg chg="del">
          <ac:chgData name="Thomas Wilkinson" userId="7795db02-0762-40a0-90f4-b11f45fbc070" providerId="ADAL" clId="{0242A852-9256-4397-9FF1-B7EBD2D58451}" dt="2025-08-29T12:45:19.853" v="231"/>
          <ac:spMkLst>
            <pc:docMk/>
            <pc:sldMk cId="69929360" sldId="261"/>
            <ac:spMk id="3" creationId="{F44CC0A7-060B-A32A-8144-90640EEB8115}"/>
          </ac:spMkLst>
        </pc:spChg>
        <pc:spChg chg="add del mod">
          <ac:chgData name="Thomas Wilkinson" userId="7795db02-0762-40a0-90f4-b11f45fbc070" providerId="ADAL" clId="{0242A852-9256-4397-9FF1-B7EBD2D58451}" dt="2025-08-29T12:55:05.395" v="357" actId="478"/>
          <ac:spMkLst>
            <pc:docMk/>
            <pc:sldMk cId="69929360" sldId="261"/>
            <ac:spMk id="13" creationId="{F36353AA-930D-D9F2-07DD-7632EA96D330}"/>
          </ac:spMkLst>
        </pc:spChg>
        <pc:picChg chg="add del mod">
          <ac:chgData name="Thomas Wilkinson" userId="7795db02-0762-40a0-90f4-b11f45fbc070" providerId="ADAL" clId="{0242A852-9256-4397-9FF1-B7EBD2D58451}" dt="2025-08-29T12:54:49.821" v="354" actId="478"/>
          <ac:picMkLst>
            <pc:docMk/>
            <pc:sldMk cId="69929360" sldId="261"/>
            <ac:picMk id="5" creationId="{E7D8797F-2819-ECB7-2437-72CA4A3B8D60}"/>
          </ac:picMkLst>
        </pc:picChg>
        <pc:picChg chg="add del mod">
          <ac:chgData name="Thomas Wilkinson" userId="7795db02-0762-40a0-90f4-b11f45fbc070" providerId="ADAL" clId="{0242A852-9256-4397-9FF1-B7EBD2D58451}" dt="2025-08-29T12:47:38.673" v="261" actId="478"/>
          <ac:picMkLst>
            <pc:docMk/>
            <pc:sldMk cId="69929360" sldId="261"/>
            <ac:picMk id="7" creationId="{9CB9BA00-D578-A169-A51A-0AE620EF7293}"/>
          </ac:picMkLst>
        </pc:picChg>
        <pc:picChg chg="add del mod">
          <ac:chgData name="Thomas Wilkinson" userId="7795db02-0762-40a0-90f4-b11f45fbc070" providerId="ADAL" clId="{0242A852-9256-4397-9FF1-B7EBD2D58451}" dt="2025-08-29T12:47:39.696" v="262" actId="478"/>
          <ac:picMkLst>
            <pc:docMk/>
            <pc:sldMk cId="69929360" sldId="261"/>
            <ac:picMk id="9" creationId="{8DA0576C-8375-CBB8-2F6F-6532FA5E727B}"/>
          </ac:picMkLst>
        </pc:picChg>
        <pc:picChg chg="add mod">
          <ac:chgData name="Thomas Wilkinson" userId="7795db02-0762-40a0-90f4-b11f45fbc070" providerId="ADAL" clId="{0242A852-9256-4397-9FF1-B7EBD2D58451}" dt="2025-08-29T12:55:09.408" v="358" actId="1076"/>
          <ac:picMkLst>
            <pc:docMk/>
            <pc:sldMk cId="69929360" sldId="261"/>
            <ac:picMk id="11" creationId="{A818236A-AF3C-A157-7E99-3D2F62BF3AF0}"/>
          </ac:picMkLst>
        </pc:picChg>
      </pc:sldChg>
      <pc:sldChg chg="del">
        <pc:chgData name="Thomas Wilkinson" userId="7795db02-0762-40a0-90f4-b11f45fbc070" providerId="ADAL" clId="{0242A852-9256-4397-9FF1-B7EBD2D58451}" dt="2025-08-29T12:31:24.252" v="5" actId="2696"/>
        <pc:sldMkLst>
          <pc:docMk/>
          <pc:sldMk cId="1322077872" sldId="261"/>
        </pc:sldMkLst>
      </pc:sldChg>
      <pc:sldChg chg="del">
        <pc:chgData name="Thomas Wilkinson" userId="7795db02-0762-40a0-90f4-b11f45fbc070" providerId="ADAL" clId="{0242A852-9256-4397-9FF1-B7EBD2D58451}" dt="2025-08-29T12:31:16.178" v="1" actId="2696"/>
        <pc:sldMkLst>
          <pc:docMk/>
          <pc:sldMk cId="1690793816" sldId="262"/>
        </pc:sldMkLst>
      </pc:sldChg>
      <pc:sldChg chg="addSp delSp modSp new mod">
        <pc:chgData name="Thomas Wilkinson" userId="7795db02-0762-40a0-90f4-b11f45fbc070" providerId="ADAL" clId="{0242A852-9256-4397-9FF1-B7EBD2D58451}" dt="2025-08-29T12:55:38.097" v="394" actId="1076"/>
        <pc:sldMkLst>
          <pc:docMk/>
          <pc:sldMk cId="1838146930" sldId="262"/>
        </pc:sldMkLst>
        <pc:spChg chg="mod">
          <ac:chgData name="Thomas Wilkinson" userId="7795db02-0762-40a0-90f4-b11f45fbc070" providerId="ADAL" clId="{0242A852-9256-4397-9FF1-B7EBD2D58451}" dt="2025-08-29T12:55:27" v="390" actId="20577"/>
          <ac:spMkLst>
            <pc:docMk/>
            <pc:sldMk cId="1838146930" sldId="262"/>
            <ac:spMk id="2" creationId="{D400700A-5563-096D-4BD5-F074408D3251}"/>
          </ac:spMkLst>
        </pc:spChg>
        <pc:spChg chg="del">
          <ac:chgData name="Thomas Wilkinson" userId="7795db02-0762-40a0-90f4-b11f45fbc070" providerId="ADAL" clId="{0242A852-9256-4397-9FF1-B7EBD2D58451}" dt="2025-08-29T12:47:29.542" v="256"/>
          <ac:spMkLst>
            <pc:docMk/>
            <pc:sldMk cId="1838146930" sldId="262"/>
            <ac:spMk id="3" creationId="{387032D6-9249-03C3-F577-FBAF7E97E425}"/>
          </ac:spMkLst>
        </pc:spChg>
        <pc:spChg chg="add del mod">
          <ac:chgData name="Thomas Wilkinson" userId="7795db02-0762-40a0-90f4-b11f45fbc070" providerId="ADAL" clId="{0242A852-9256-4397-9FF1-B7EBD2D58451}" dt="2025-08-29T12:55:19.235" v="360" actId="478"/>
          <ac:spMkLst>
            <pc:docMk/>
            <pc:sldMk cId="1838146930" sldId="262"/>
            <ac:spMk id="7" creationId="{A0028A24-E062-F80F-3C4E-A88A0C774E7D}"/>
          </ac:spMkLst>
        </pc:spChg>
        <pc:picChg chg="add mod">
          <ac:chgData name="Thomas Wilkinson" userId="7795db02-0762-40a0-90f4-b11f45fbc070" providerId="ADAL" clId="{0242A852-9256-4397-9FF1-B7EBD2D58451}" dt="2025-08-29T12:55:38.097" v="394" actId="1076"/>
          <ac:picMkLst>
            <pc:docMk/>
            <pc:sldMk cId="1838146930" sldId="262"/>
            <ac:picMk id="4" creationId="{F4330C35-C54D-2B3B-1528-55F6CCB8212A}"/>
          </ac:picMkLst>
        </pc:picChg>
        <pc:picChg chg="add del mod">
          <ac:chgData name="Thomas Wilkinson" userId="7795db02-0762-40a0-90f4-b11f45fbc070" providerId="ADAL" clId="{0242A852-9256-4397-9FF1-B7EBD2D58451}" dt="2025-08-29T12:55:16.465" v="359" actId="478"/>
          <ac:picMkLst>
            <pc:docMk/>
            <pc:sldMk cId="1838146930" sldId="262"/>
            <ac:picMk id="5" creationId="{DF1444FA-FBBF-FA1D-9421-8204D9326BC3}"/>
          </ac:picMkLst>
        </pc:picChg>
      </pc:sldChg>
      <pc:sldChg chg="addSp delSp modSp new mod">
        <pc:chgData name="Thomas Wilkinson" userId="7795db02-0762-40a0-90f4-b11f45fbc070" providerId="ADAL" clId="{0242A852-9256-4397-9FF1-B7EBD2D58451}" dt="2025-08-29T13:01:01.644" v="469" actId="14100"/>
        <pc:sldMkLst>
          <pc:docMk/>
          <pc:sldMk cId="2419915225" sldId="263"/>
        </pc:sldMkLst>
        <pc:spChg chg="mod">
          <ac:chgData name="Thomas Wilkinson" userId="7795db02-0762-40a0-90f4-b11f45fbc070" providerId="ADAL" clId="{0242A852-9256-4397-9FF1-B7EBD2D58451}" dt="2025-08-29T12:48:55.889" v="295" actId="20577"/>
          <ac:spMkLst>
            <pc:docMk/>
            <pc:sldMk cId="2419915225" sldId="263"/>
            <ac:spMk id="2" creationId="{2EE7288C-A5BF-8608-4061-73082EC62638}"/>
          </ac:spMkLst>
        </pc:spChg>
        <pc:spChg chg="del">
          <ac:chgData name="Thomas Wilkinson" userId="7795db02-0762-40a0-90f4-b11f45fbc070" providerId="ADAL" clId="{0242A852-9256-4397-9FF1-B7EBD2D58451}" dt="2025-08-29T12:49:02.866" v="296"/>
          <ac:spMkLst>
            <pc:docMk/>
            <pc:sldMk cId="2419915225" sldId="263"/>
            <ac:spMk id="3" creationId="{CCC1215C-8528-D6D6-D728-669EE4A56D58}"/>
          </ac:spMkLst>
        </pc:spChg>
        <pc:spChg chg="add mod">
          <ac:chgData name="Thomas Wilkinson" userId="7795db02-0762-40a0-90f4-b11f45fbc070" providerId="ADAL" clId="{0242A852-9256-4397-9FF1-B7EBD2D58451}" dt="2025-08-29T13:01:01.644" v="469" actId="14100"/>
          <ac:spMkLst>
            <pc:docMk/>
            <pc:sldMk cId="2419915225" sldId="263"/>
            <ac:spMk id="6" creationId="{FE7500F8-2B80-5B10-6BF5-490F559C5296}"/>
          </ac:spMkLst>
        </pc:spChg>
        <pc:spChg chg="add del mod">
          <ac:chgData name="Thomas Wilkinson" userId="7795db02-0762-40a0-90f4-b11f45fbc070" providerId="ADAL" clId="{0242A852-9256-4397-9FF1-B7EBD2D58451}" dt="2025-08-29T13:00:09.903" v="461" actId="478"/>
          <ac:spMkLst>
            <pc:docMk/>
            <pc:sldMk cId="2419915225" sldId="263"/>
            <ac:spMk id="8" creationId="{1E17F362-456A-01E6-AAE1-46C44B750B78}"/>
          </ac:spMkLst>
        </pc:spChg>
        <pc:picChg chg="add del mod">
          <ac:chgData name="Thomas Wilkinson" userId="7795db02-0762-40a0-90f4-b11f45fbc070" providerId="ADAL" clId="{0242A852-9256-4397-9FF1-B7EBD2D58451}" dt="2025-08-29T13:00:03.593" v="460" actId="478"/>
          <ac:picMkLst>
            <pc:docMk/>
            <pc:sldMk cId="2419915225" sldId="263"/>
            <ac:picMk id="5" creationId="{BA7A7170-7CC4-211B-9441-17D66B3FFB19}"/>
          </ac:picMkLst>
        </pc:picChg>
        <pc:picChg chg="add mod">
          <ac:chgData name="Thomas Wilkinson" userId="7795db02-0762-40a0-90f4-b11f45fbc070" providerId="ADAL" clId="{0242A852-9256-4397-9FF1-B7EBD2D58451}" dt="2025-08-29T13:00:54.002" v="466" actId="1076"/>
          <ac:picMkLst>
            <pc:docMk/>
            <pc:sldMk cId="2419915225" sldId="263"/>
            <ac:picMk id="10" creationId="{452E093D-F019-5E60-CC59-3091B9629AD0}"/>
          </ac:picMkLst>
        </pc:picChg>
      </pc:sldChg>
      <pc:sldChg chg="addSp delSp modSp new mod">
        <pc:chgData name="Thomas Wilkinson" userId="7795db02-0762-40a0-90f4-b11f45fbc070" providerId="ADAL" clId="{0242A852-9256-4397-9FF1-B7EBD2D58451}" dt="2025-08-29T13:01:44.140" v="479" actId="1076"/>
        <pc:sldMkLst>
          <pc:docMk/>
          <pc:sldMk cId="2987319020" sldId="264"/>
        </pc:sldMkLst>
        <pc:spChg chg="mod">
          <ac:chgData name="Thomas Wilkinson" userId="7795db02-0762-40a0-90f4-b11f45fbc070" providerId="ADAL" clId="{0242A852-9256-4397-9FF1-B7EBD2D58451}" dt="2025-08-29T13:01:41.591" v="478" actId="1076"/>
          <ac:spMkLst>
            <pc:docMk/>
            <pc:sldMk cId="2987319020" sldId="264"/>
            <ac:spMk id="2" creationId="{6161A529-5718-6930-8C1A-9E32C241078C}"/>
          </ac:spMkLst>
        </pc:spChg>
        <pc:spChg chg="del">
          <ac:chgData name="Thomas Wilkinson" userId="7795db02-0762-40a0-90f4-b11f45fbc070" providerId="ADAL" clId="{0242A852-9256-4397-9FF1-B7EBD2D58451}" dt="2025-08-29T13:01:21.746" v="470"/>
          <ac:spMkLst>
            <pc:docMk/>
            <pc:sldMk cId="2987319020" sldId="264"/>
            <ac:spMk id="3" creationId="{DCE2FD32-39D2-F0F4-BEDB-254905BB4D5A}"/>
          </ac:spMkLst>
        </pc:spChg>
        <pc:picChg chg="add mod">
          <ac:chgData name="Thomas Wilkinson" userId="7795db02-0762-40a0-90f4-b11f45fbc070" providerId="ADAL" clId="{0242A852-9256-4397-9FF1-B7EBD2D58451}" dt="2025-08-29T13:01:44.140" v="479" actId="1076"/>
          <ac:picMkLst>
            <pc:docMk/>
            <pc:sldMk cId="2987319020" sldId="264"/>
            <ac:picMk id="5" creationId="{FF3BAD87-5D4E-FB93-22E3-02BE35580270}"/>
          </ac:picMkLst>
        </pc:picChg>
      </pc:sldChg>
      <pc:sldChg chg="addSp delSp modSp new mod">
        <pc:chgData name="Thomas Wilkinson" userId="7795db02-0762-40a0-90f4-b11f45fbc070" providerId="ADAL" clId="{0242A852-9256-4397-9FF1-B7EBD2D58451}" dt="2025-08-29T12:57:17.497" v="444" actId="1076"/>
        <pc:sldMkLst>
          <pc:docMk/>
          <pc:sldMk cId="2582601033" sldId="265"/>
        </pc:sldMkLst>
        <pc:spChg chg="mod">
          <ac:chgData name="Thomas Wilkinson" userId="7795db02-0762-40a0-90f4-b11f45fbc070" providerId="ADAL" clId="{0242A852-9256-4397-9FF1-B7EBD2D58451}" dt="2025-08-29T12:55:58.074" v="439" actId="20577"/>
          <ac:spMkLst>
            <pc:docMk/>
            <pc:sldMk cId="2582601033" sldId="265"/>
            <ac:spMk id="2" creationId="{FE15E91C-2C42-BD77-670E-8F46263350C9}"/>
          </ac:spMkLst>
        </pc:spChg>
        <pc:spChg chg="del">
          <ac:chgData name="Thomas Wilkinson" userId="7795db02-0762-40a0-90f4-b11f45fbc070" providerId="ADAL" clId="{0242A852-9256-4397-9FF1-B7EBD2D58451}" dt="2025-08-29T12:57:13.339" v="440"/>
          <ac:spMkLst>
            <pc:docMk/>
            <pc:sldMk cId="2582601033" sldId="265"/>
            <ac:spMk id="3" creationId="{9CA8F4C9-8318-6C91-0BAE-00ACA762E444}"/>
          </ac:spMkLst>
        </pc:spChg>
        <pc:picChg chg="add mod">
          <ac:chgData name="Thomas Wilkinson" userId="7795db02-0762-40a0-90f4-b11f45fbc070" providerId="ADAL" clId="{0242A852-9256-4397-9FF1-B7EBD2D58451}" dt="2025-08-29T12:57:17.497" v="444" actId="1076"/>
          <ac:picMkLst>
            <pc:docMk/>
            <pc:sldMk cId="2582601033" sldId="265"/>
            <ac:picMk id="5" creationId="{3A9D1303-E667-3342-B5FB-1607894F75A3}"/>
          </ac:picMkLst>
        </pc:picChg>
      </pc:sldChg>
      <pc:sldChg chg="new del">
        <pc:chgData name="Thomas Wilkinson" userId="7795db02-0762-40a0-90f4-b11f45fbc070" providerId="ADAL" clId="{0242A852-9256-4397-9FF1-B7EBD2D58451}" dt="2025-08-29T14:06:54.866" v="571" actId="2696"/>
        <pc:sldMkLst>
          <pc:docMk/>
          <pc:sldMk cId="2450643422" sldId="266"/>
        </pc:sldMkLst>
      </pc:sldChg>
      <pc:sldChg chg="addSp delSp modSp new mod">
        <pc:chgData name="Thomas Wilkinson" userId="7795db02-0762-40a0-90f4-b11f45fbc070" providerId="ADAL" clId="{0242A852-9256-4397-9FF1-B7EBD2D58451}" dt="2025-08-29T13:02:34.120" v="497" actId="1076"/>
        <pc:sldMkLst>
          <pc:docMk/>
          <pc:sldMk cId="3597925276" sldId="267"/>
        </pc:sldMkLst>
        <pc:spChg chg="mod">
          <ac:chgData name="Thomas Wilkinson" userId="7795db02-0762-40a0-90f4-b11f45fbc070" providerId="ADAL" clId="{0242A852-9256-4397-9FF1-B7EBD2D58451}" dt="2025-08-29T13:02:02.477" v="482" actId="1076"/>
          <ac:spMkLst>
            <pc:docMk/>
            <pc:sldMk cId="3597925276" sldId="267"/>
            <ac:spMk id="2" creationId="{D58F921D-9E15-7B6B-3244-E5CD42C5811F}"/>
          </ac:spMkLst>
        </pc:spChg>
        <pc:spChg chg="del">
          <ac:chgData name="Thomas Wilkinson" userId="7795db02-0762-40a0-90f4-b11f45fbc070" providerId="ADAL" clId="{0242A852-9256-4397-9FF1-B7EBD2D58451}" dt="2025-08-29T13:02:05.916" v="483" actId="478"/>
          <ac:spMkLst>
            <pc:docMk/>
            <pc:sldMk cId="3597925276" sldId="267"/>
            <ac:spMk id="3" creationId="{2E88668A-9DA5-1E7A-FDFB-46A06FDDDE2E}"/>
          </ac:spMkLst>
        </pc:spChg>
        <pc:picChg chg="add mod">
          <ac:chgData name="Thomas Wilkinson" userId="7795db02-0762-40a0-90f4-b11f45fbc070" providerId="ADAL" clId="{0242A852-9256-4397-9FF1-B7EBD2D58451}" dt="2025-08-29T13:02:34.120" v="497" actId="1076"/>
          <ac:picMkLst>
            <pc:docMk/>
            <pc:sldMk cId="3597925276" sldId="267"/>
            <ac:picMk id="5" creationId="{003EBD89-D03A-8A71-0DFF-1BD3115523CD}"/>
          </ac:picMkLst>
        </pc:picChg>
        <pc:picChg chg="add mod">
          <ac:chgData name="Thomas Wilkinson" userId="7795db02-0762-40a0-90f4-b11f45fbc070" providerId="ADAL" clId="{0242A852-9256-4397-9FF1-B7EBD2D58451}" dt="2025-08-29T13:02:31.346" v="494" actId="1076"/>
          <ac:picMkLst>
            <pc:docMk/>
            <pc:sldMk cId="3597925276" sldId="267"/>
            <ac:picMk id="7" creationId="{151A6E55-6B5E-02B3-0EF3-C173C43B0902}"/>
          </ac:picMkLst>
        </pc:picChg>
      </pc:sldChg>
      <pc:sldChg chg="addSp delSp modSp add mod">
        <pc:chgData name="Thomas Wilkinson" userId="7795db02-0762-40a0-90f4-b11f45fbc070" providerId="ADAL" clId="{0242A852-9256-4397-9FF1-B7EBD2D58451}" dt="2025-08-29T13:02:57.970" v="505" actId="1076"/>
        <pc:sldMkLst>
          <pc:docMk/>
          <pc:sldMk cId="1005978310" sldId="268"/>
        </pc:sldMkLst>
        <pc:picChg chg="add mod">
          <ac:chgData name="Thomas Wilkinson" userId="7795db02-0762-40a0-90f4-b11f45fbc070" providerId="ADAL" clId="{0242A852-9256-4397-9FF1-B7EBD2D58451}" dt="2025-08-29T13:02:57.970" v="505" actId="1076"/>
          <ac:picMkLst>
            <pc:docMk/>
            <pc:sldMk cId="1005978310" sldId="268"/>
            <ac:picMk id="4" creationId="{AC75BE36-B605-B20E-4B62-FC4493C3EDF3}"/>
          </ac:picMkLst>
        </pc:picChg>
        <pc:picChg chg="del">
          <ac:chgData name="Thomas Wilkinson" userId="7795db02-0762-40a0-90f4-b11f45fbc070" providerId="ADAL" clId="{0242A852-9256-4397-9FF1-B7EBD2D58451}" dt="2025-08-29T13:02:41.658" v="500" actId="478"/>
          <ac:picMkLst>
            <pc:docMk/>
            <pc:sldMk cId="1005978310" sldId="268"/>
            <ac:picMk id="5" creationId="{062EAB3F-3CB7-FE13-3304-7B589719AC35}"/>
          </ac:picMkLst>
        </pc:picChg>
        <pc:picChg chg="del">
          <ac:chgData name="Thomas Wilkinson" userId="7795db02-0762-40a0-90f4-b11f45fbc070" providerId="ADAL" clId="{0242A852-9256-4397-9FF1-B7EBD2D58451}" dt="2025-08-29T13:02:41.140" v="499" actId="478"/>
          <ac:picMkLst>
            <pc:docMk/>
            <pc:sldMk cId="1005978310" sldId="268"/>
            <ac:picMk id="7" creationId="{5D5DBF18-C78A-1AFD-9FE5-0E2535D24846}"/>
          </ac:picMkLst>
        </pc:picChg>
      </pc:sldChg>
      <pc:sldChg chg="addSp delSp modSp add mod">
        <pc:chgData name="Thomas Wilkinson" userId="7795db02-0762-40a0-90f4-b11f45fbc070" providerId="ADAL" clId="{0242A852-9256-4397-9FF1-B7EBD2D58451}" dt="2025-08-29T13:06:23.885" v="556" actId="1076"/>
        <pc:sldMkLst>
          <pc:docMk/>
          <pc:sldMk cId="2627337904" sldId="269"/>
        </pc:sldMkLst>
        <pc:picChg chg="del">
          <ac:chgData name="Thomas Wilkinson" userId="7795db02-0762-40a0-90f4-b11f45fbc070" providerId="ADAL" clId="{0242A852-9256-4397-9FF1-B7EBD2D58451}" dt="2025-08-29T13:03:10.785" v="509" actId="478"/>
          <ac:picMkLst>
            <pc:docMk/>
            <pc:sldMk cId="2627337904" sldId="269"/>
            <ac:picMk id="4" creationId="{DB6238B5-64B7-9D8F-D143-53FE6B9260FA}"/>
          </ac:picMkLst>
        </pc:picChg>
        <pc:picChg chg="add mod modCrop">
          <ac:chgData name="Thomas Wilkinson" userId="7795db02-0762-40a0-90f4-b11f45fbc070" providerId="ADAL" clId="{0242A852-9256-4397-9FF1-B7EBD2D58451}" dt="2025-08-29T13:04:55.481" v="530" actId="1076"/>
          <ac:picMkLst>
            <pc:docMk/>
            <pc:sldMk cId="2627337904" sldId="269"/>
            <ac:picMk id="5" creationId="{4F1421B7-9D3F-18BE-D64C-3B501FB74EC6}"/>
          </ac:picMkLst>
        </pc:picChg>
        <pc:picChg chg="add mod modCrop">
          <ac:chgData name="Thomas Wilkinson" userId="7795db02-0762-40a0-90f4-b11f45fbc070" providerId="ADAL" clId="{0242A852-9256-4397-9FF1-B7EBD2D58451}" dt="2025-08-29T13:06:01.475" v="545" actId="1076"/>
          <ac:picMkLst>
            <pc:docMk/>
            <pc:sldMk cId="2627337904" sldId="269"/>
            <ac:picMk id="7" creationId="{2857E2BB-1059-20DB-93BC-EC90A7536E1A}"/>
          </ac:picMkLst>
        </pc:picChg>
        <pc:picChg chg="add mod">
          <ac:chgData name="Thomas Wilkinson" userId="7795db02-0762-40a0-90f4-b11f45fbc070" providerId="ADAL" clId="{0242A852-9256-4397-9FF1-B7EBD2D58451}" dt="2025-08-29T13:06:23.885" v="556" actId="1076"/>
          <ac:picMkLst>
            <pc:docMk/>
            <pc:sldMk cId="2627337904" sldId="269"/>
            <ac:picMk id="9" creationId="{9C650EEE-D61E-D459-BD6F-E8DD1AEC5741}"/>
          </ac:picMkLst>
        </pc:picChg>
      </pc:sldChg>
      <pc:sldChg chg="new del">
        <pc:chgData name="Thomas Wilkinson" userId="7795db02-0762-40a0-90f4-b11f45fbc070" providerId="ADAL" clId="{0242A852-9256-4397-9FF1-B7EBD2D58451}" dt="2025-08-29T13:03:07.052" v="507" actId="680"/>
        <pc:sldMkLst>
          <pc:docMk/>
          <pc:sldMk cId="3018600513" sldId="269"/>
        </pc:sldMkLst>
      </pc:sldChg>
      <pc:sldChg chg="new">
        <pc:chgData name="Thomas Wilkinson" userId="7795db02-0762-40a0-90f4-b11f45fbc070" providerId="ADAL" clId="{0242A852-9256-4397-9FF1-B7EBD2D58451}" dt="2025-08-29T13:05:12.982" v="534" actId="680"/>
        <pc:sldMkLst>
          <pc:docMk/>
          <pc:sldMk cId="2169699316" sldId="270"/>
        </pc:sldMkLst>
      </pc:sldChg>
      <pc:sldChg chg="addSp delSp modSp add mod">
        <pc:chgData name="Thomas Wilkinson" userId="7795db02-0762-40a0-90f4-b11f45fbc070" providerId="ADAL" clId="{0242A852-9256-4397-9FF1-B7EBD2D58451}" dt="2025-08-29T14:05:03.944" v="570" actId="1076"/>
        <pc:sldMkLst>
          <pc:docMk/>
          <pc:sldMk cId="574388652" sldId="271"/>
        </pc:sldMkLst>
        <pc:picChg chg="add mod">
          <ac:chgData name="Thomas Wilkinson" userId="7795db02-0762-40a0-90f4-b11f45fbc070" providerId="ADAL" clId="{0242A852-9256-4397-9FF1-B7EBD2D58451}" dt="2025-08-29T14:05:03.944" v="570" actId="1076"/>
          <ac:picMkLst>
            <pc:docMk/>
            <pc:sldMk cId="574388652" sldId="271"/>
            <ac:picMk id="4" creationId="{8346703B-5CA7-46C3-D946-D8B3D28C99E5}"/>
          </ac:picMkLst>
        </pc:picChg>
        <pc:picChg chg="del">
          <ac:chgData name="Thomas Wilkinson" userId="7795db02-0762-40a0-90f4-b11f45fbc070" providerId="ADAL" clId="{0242A852-9256-4397-9FF1-B7EBD2D58451}" dt="2025-08-29T13:05:21.477" v="536" actId="478"/>
          <ac:picMkLst>
            <pc:docMk/>
            <pc:sldMk cId="574388652" sldId="271"/>
            <ac:picMk id="5" creationId="{161CDF69-7A4A-6D83-8BD9-3FEBBDBE3925}"/>
          </ac:picMkLst>
        </pc:picChg>
        <pc:picChg chg="del">
          <ac:chgData name="Thomas Wilkinson" userId="7795db02-0762-40a0-90f4-b11f45fbc070" providerId="ADAL" clId="{0242A852-9256-4397-9FF1-B7EBD2D58451}" dt="2025-08-29T13:05:22.388" v="537" actId="478"/>
          <ac:picMkLst>
            <pc:docMk/>
            <pc:sldMk cId="574388652" sldId="271"/>
            <ac:picMk id="7" creationId="{36377547-928B-866C-B0D1-0B8C81F32C1C}"/>
          </ac:picMkLst>
        </pc:picChg>
        <pc:picChg chg="add mod">
          <ac:chgData name="Thomas Wilkinson" userId="7795db02-0762-40a0-90f4-b11f45fbc070" providerId="ADAL" clId="{0242A852-9256-4397-9FF1-B7EBD2D58451}" dt="2025-08-29T14:04:57.492" v="568" actId="1076"/>
          <ac:picMkLst>
            <pc:docMk/>
            <pc:sldMk cId="574388652" sldId="271"/>
            <ac:picMk id="8" creationId="{F1772193-7F52-C63E-733A-32C1D988AD78}"/>
          </ac:picMkLst>
        </pc:picChg>
      </pc:sldChg>
    </pc:docChg>
  </pc:docChgLst>
  <pc:docChgLst>
    <pc:chgData name="Thomas Wilkinson" userId="7795db02-0762-40a0-90f4-b11f45fbc070" providerId="ADAL" clId="{A663D271-140B-4C54-9C85-6FE14038E0C3}"/>
    <pc:docChg chg="undo custSel addSld modSld">
      <pc:chgData name="Thomas Wilkinson" userId="7795db02-0762-40a0-90f4-b11f45fbc070" providerId="ADAL" clId="{A663D271-140B-4C54-9C85-6FE14038E0C3}" dt="2025-01-20T18:45:30.882" v="3748" actId="14100"/>
      <pc:docMkLst>
        <pc:docMk/>
      </pc:docMkLst>
      <pc:sldChg chg="modSp mod">
        <pc:chgData name="Thomas Wilkinson" userId="7795db02-0762-40a0-90f4-b11f45fbc070" providerId="ADAL" clId="{A663D271-140B-4C54-9C85-6FE14038E0C3}" dt="2025-01-15T21:20:27.486" v="2893" actId="20577"/>
        <pc:sldMkLst>
          <pc:docMk/>
          <pc:sldMk cId="3108315344" sldId="256"/>
        </pc:sldMkLst>
      </pc:sldChg>
      <pc:sldChg chg="addSp delSp modSp mod">
        <pc:chgData name="Thomas Wilkinson" userId="7795db02-0762-40a0-90f4-b11f45fbc070" providerId="ADAL" clId="{A663D271-140B-4C54-9C85-6FE14038E0C3}" dt="2025-01-15T18:35:46.738" v="2808" actId="1076"/>
        <pc:sldMkLst>
          <pc:docMk/>
          <pc:sldMk cId="3945151964" sldId="257"/>
        </pc:sldMkLst>
      </pc:sldChg>
      <pc:sldChg chg="addSp delSp modSp mod">
        <pc:chgData name="Thomas Wilkinson" userId="7795db02-0762-40a0-90f4-b11f45fbc070" providerId="ADAL" clId="{A663D271-140B-4C54-9C85-6FE14038E0C3}" dt="2025-01-16T18:57:58.408" v="3368" actId="20577"/>
        <pc:sldMkLst>
          <pc:docMk/>
          <pc:sldMk cId="3030482874" sldId="258"/>
        </pc:sldMkLst>
      </pc:sldChg>
      <pc:sldChg chg="addSp delSp modSp mod">
        <pc:chgData name="Thomas Wilkinson" userId="7795db02-0762-40a0-90f4-b11f45fbc070" providerId="ADAL" clId="{A663D271-140B-4C54-9C85-6FE14038E0C3}" dt="2025-01-16T19:12:39.922" v="3516" actId="20577"/>
        <pc:sldMkLst>
          <pc:docMk/>
          <pc:sldMk cId="4031317430" sldId="259"/>
        </pc:sldMkLst>
      </pc:sldChg>
      <pc:sldChg chg="addSp delSp modSp new mod">
        <pc:chgData name="Thomas Wilkinson" userId="7795db02-0762-40a0-90f4-b11f45fbc070" providerId="ADAL" clId="{A663D271-140B-4C54-9C85-6FE14038E0C3}" dt="2025-01-20T18:45:30.882" v="3748" actId="14100"/>
        <pc:sldMkLst>
          <pc:docMk/>
          <pc:sldMk cId="1044695369" sldId="260"/>
        </pc:sldMkLst>
      </pc:sldChg>
      <pc:sldChg chg="modSp new mod">
        <pc:chgData name="Thomas Wilkinson" userId="7795db02-0762-40a0-90f4-b11f45fbc070" providerId="ADAL" clId="{A663D271-140B-4C54-9C85-6FE14038E0C3}" dt="2025-01-16T19:17:50.475" v="3686" actId="20577"/>
        <pc:sldMkLst>
          <pc:docMk/>
          <pc:sldMk cId="1322077872" sldId="261"/>
        </pc:sldMkLst>
      </pc:sldChg>
      <pc:sldChg chg="addSp delSp modSp new mod">
        <pc:chgData name="Thomas Wilkinson" userId="7795db02-0762-40a0-90f4-b11f45fbc070" providerId="ADAL" clId="{A663D271-140B-4C54-9C85-6FE14038E0C3}" dt="2025-01-16T18:52:08.242" v="3265" actId="1076"/>
        <pc:sldMkLst>
          <pc:docMk/>
          <pc:sldMk cId="1690793816" sldId="26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4644A9-0C7C-449C-ABDC-5EFF67766D7C}" type="datetimeFigureOut">
              <a:rPr lang="en-CA" smtClean="0"/>
              <a:t>2025-08-29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B6CA4A-2295-4195-A184-D6DD81EB7240}" type="slidenum">
              <a:rPr lang="en-CA" smtClean="0"/>
              <a:t>‹#›</a:t>
            </a:fld>
            <a:endParaRPr lang="en-CA"/>
          </a:p>
        </p:txBody>
      </p:sp>
    </p:spTree>
    <p:extLst>
      <p:ext uri="{BB962C8B-B14F-4D97-AF65-F5344CB8AC3E}">
        <p14:creationId xmlns:p14="http://schemas.microsoft.com/office/powerpoint/2010/main" val="6887563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5AB6CA4A-2295-4195-A184-D6DD81EB7240}" type="slidenum">
              <a:rPr lang="en-CA" smtClean="0"/>
              <a:t>4</a:t>
            </a:fld>
            <a:endParaRPr lang="en-CA"/>
          </a:p>
        </p:txBody>
      </p:sp>
    </p:spTree>
    <p:extLst>
      <p:ext uri="{BB962C8B-B14F-4D97-AF65-F5344CB8AC3E}">
        <p14:creationId xmlns:p14="http://schemas.microsoft.com/office/powerpoint/2010/main" val="3036210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DE3C1-85AB-AA79-C661-FB270BDF3C1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A6FC233F-C53B-78B6-7A66-35DAD2EA15B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8C1B759E-85A4-E04C-E2A2-8F9636A33DB3}"/>
              </a:ext>
            </a:extLst>
          </p:cNvPr>
          <p:cNvSpPr>
            <a:spLocks noGrp="1"/>
          </p:cNvSpPr>
          <p:nvPr>
            <p:ph type="dt" sz="half" idx="10"/>
          </p:nvPr>
        </p:nvSpPr>
        <p:spPr/>
        <p:txBody>
          <a:bodyPr/>
          <a:lstStyle/>
          <a:p>
            <a:fld id="{CA067FE9-5B6C-48B8-9DC4-8572DB55B306}" type="datetimeFigureOut">
              <a:rPr lang="en-CA" smtClean="0"/>
              <a:t>2025-08-29</a:t>
            </a:fld>
            <a:endParaRPr lang="en-CA"/>
          </a:p>
        </p:txBody>
      </p:sp>
      <p:sp>
        <p:nvSpPr>
          <p:cNvPr id="5" name="Footer Placeholder 4">
            <a:extLst>
              <a:ext uri="{FF2B5EF4-FFF2-40B4-BE49-F238E27FC236}">
                <a16:creationId xmlns:a16="http://schemas.microsoft.com/office/drawing/2014/main" id="{A2C58B19-B511-836F-2008-8E44F612DEFC}"/>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9EB58414-2D67-EFCC-EEB3-B1E189627015}"/>
              </a:ext>
            </a:extLst>
          </p:cNvPr>
          <p:cNvSpPr>
            <a:spLocks noGrp="1"/>
          </p:cNvSpPr>
          <p:nvPr>
            <p:ph type="sldNum" sz="quarter" idx="12"/>
          </p:nvPr>
        </p:nvSpPr>
        <p:spPr/>
        <p:txBody>
          <a:bodyPr/>
          <a:lstStyle/>
          <a:p>
            <a:fld id="{1F110522-9628-4D86-9B30-58F5700EA90C}" type="slidenum">
              <a:rPr lang="en-CA" smtClean="0"/>
              <a:t>‹#›</a:t>
            </a:fld>
            <a:endParaRPr lang="en-CA"/>
          </a:p>
        </p:txBody>
      </p:sp>
    </p:spTree>
    <p:extLst>
      <p:ext uri="{BB962C8B-B14F-4D97-AF65-F5344CB8AC3E}">
        <p14:creationId xmlns:p14="http://schemas.microsoft.com/office/powerpoint/2010/main" val="7338943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28BBF-53F5-E7E5-919B-B5CE9BA21680}"/>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72FA4A04-AA22-79CB-1B61-F8C794A7F04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AEC64E6-B74F-A719-BB18-0A12CAC2DA95}"/>
              </a:ext>
            </a:extLst>
          </p:cNvPr>
          <p:cNvSpPr>
            <a:spLocks noGrp="1"/>
          </p:cNvSpPr>
          <p:nvPr>
            <p:ph type="dt" sz="half" idx="10"/>
          </p:nvPr>
        </p:nvSpPr>
        <p:spPr/>
        <p:txBody>
          <a:bodyPr/>
          <a:lstStyle/>
          <a:p>
            <a:fld id="{CA067FE9-5B6C-48B8-9DC4-8572DB55B306}" type="datetimeFigureOut">
              <a:rPr lang="en-CA" smtClean="0"/>
              <a:t>2025-08-29</a:t>
            </a:fld>
            <a:endParaRPr lang="en-CA"/>
          </a:p>
        </p:txBody>
      </p:sp>
      <p:sp>
        <p:nvSpPr>
          <p:cNvPr id="5" name="Footer Placeholder 4">
            <a:extLst>
              <a:ext uri="{FF2B5EF4-FFF2-40B4-BE49-F238E27FC236}">
                <a16:creationId xmlns:a16="http://schemas.microsoft.com/office/drawing/2014/main" id="{4DCD38E6-2E7B-AA9A-09AA-8DF7605E60F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49A4AE7A-B7DE-9A20-1B50-EA33EC15A710}"/>
              </a:ext>
            </a:extLst>
          </p:cNvPr>
          <p:cNvSpPr>
            <a:spLocks noGrp="1"/>
          </p:cNvSpPr>
          <p:nvPr>
            <p:ph type="sldNum" sz="quarter" idx="12"/>
          </p:nvPr>
        </p:nvSpPr>
        <p:spPr/>
        <p:txBody>
          <a:bodyPr/>
          <a:lstStyle/>
          <a:p>
            <a:fld id="{1F110522-9628-4D86-9B30-58F5700EA90C}" type="slidenum">
              <a:rPr lang="en-CA" smtClean="0"/>
              <a:t>‹#›</a:t>
            </a:fld>
            <a:endParaRPr lang="en-CA"/>
          </a:p>
        </p:txBody>
      </p:sp>
    </p:spTree>
    <p:extLst>
      <p:ext uri="{BB962C8B-B14F-4D97-AF65-F5344CB8AC3E}">
        <p14:creationId xmlns:p14="http://schemas.microsoft.com/office/powerpoint/2010/main" val="2613915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BA2BF-FD7C-B8F2-E6DB-6566BA7313B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FCA52D00-42D9-24A6-DAB5-52295A4B0DB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486F983-50B5-1952-8081-07795267EBC7}"/>
              </a:ext>
            </a:extLst>
          </p:cNvPr>
          <p:cNvSpPr>
            <a:spLocks noGrp="1"/>
          </p:cNvSpPr>
          <p:nvPr>
            <p:ph type="dt" sz="half" idx="10"/>
          </p:nvPr>
        </p:nvSpPr>
        <p:spPr/>
        <p:txBody>
          <a:bodyPr/>
          <a:lstStyle/>
          <a:p>
            <a:fld id="{CA067FE9-5B6C-48B8-9DC4-8572DB55B306}" type="datetimeFigureOut">
              <a:rPr lang="en-CA" smtClean="0"/>
              <a:t>2025-08-29</a:t>
            </a:fld>
            <a:endParaRPr lang="en-CA"/>
          </a:p>
        </p:txBody>
      </p:sp>
      <p:sp>
        <p:nvSpPr>
          <p:cNvPr id="5" name="Footer Placeholder 4">
            <a:extLst>
              <a:ext uri="{FF2B5EF4-FFF2-40B4-BE49-F238E27FC236}">
                <a16:creationId xmlns:a16="http://schemas.microsoft.com/office/drawing/2014/main" id="{06715A5C-A58C-A9CE-DABD-956BE30A4CB1}"/>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96C79BDC-A2E6-914C-C5B9-0C0DEB6BC511}"/>
              </a:ext>
            </a:extLst>
          </p:cNvPr>
          <p:cNvSpPr>
            <a:spLocks noGrp="1"/>
          </p:cNvSpPr>
          <p:nvPr>
            <p:ph type="sldNum" sz="quarter" idx="12"/>
          </p:nvPr>
        </p:nvSpPr>
        <p:spPr/>
        <p:txBody>
          <a:bodyPr/>
          <a:lstStyle/>
          <a:p>
            <a:fld id="{1F110522-9628-4D86-9B30-58F5700EA90C}" type="slidenum">
              <a:rPr lang="en-CA" smtClean="0"/>
              <a:t>‹#›</a:t>
            </a:fld>
            <a:endParaRPr lang="en-CA"/>
          </a:p>
        </p:txBody>
      </p:sp>
    </p:spTree>
    <p:extLst>
      <p:ext uri="{BB962C8B-B14F-4D97-AF65-F5344CB8AC3E}">
        <p14:creationId xmlns:p14="http://schemas.microsoft.com/office/powerpoint/2010/main" val="37210852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A03E7-0F66-BF30-365E-99030D819AB1}"/>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9C018267-38D9-BF90-4025-30C6C88C882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8CAF1AAA-B03D-6F88-5D1A-154A2139475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4B4EAE5B-E192-CF73-2EEF-A5E362AD6CF9}"/>
              </a:ext>
            </a:extLst>
          </p:cNvPr>
          <p:cNvSpPr>
            <a:spLocks noGrp="1"/>
          </p:cNvSpPr>
          <p:nvPr>
            <p:ph type="dt" sz="half" idx="10"/>
          </p:nvPr>
        </p:nvSpPr>
        <p:spPr/>
        <p:txBody>
          <a:bodyPr/>
          <a:lstStyle/>
          <a:p>
            <a:fld id="{CA067FE9-5B6C-48B8-9DC4-8572DB55B306}" type="datetimeFigureOut">
              <a:rPr lang="en-CA" smtClean="0"/>
              <a:t>2025-08-29</a:t>
            </a:fld>
            <a:endParaRPr lang="en-CA"/>
          </a:p>
        </p:txBody>
      </p:sp>
      <p:sp>
        <p:nvSpPr>
          <p:cNvPr id="6" name="Footer Placeholder 5">
            <a:extLst>
              <a:ext uri="{FF2B5EF4-FFF2-40B4-BE49-F238E27FC236}">
                <a16:creationId xmlns:a16="http://schemas.microsoft.com/office/drawing/2014/main" id="{E87B4FBC-A23B-D4F9-9687-0010B57089B6}"/>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16F10D75-C8B8-6940-FD15-954103B163D2}"/>
              </a:ext>
            </a:extLst>
          </p:cNvPr>
          <p:cNvSpPr>
            <a:spLocks noGrp="1"/>
          </p:cNvSpPr>
          <p:nvPr>
            <p:ph type="sldNum" sz="quarter" idx="12"/>
          </p:nvPr>
        </p:nvSpPr>
        <p:spPr/>
        <p:txBody>
          <a:bodyPr/>
          <a:lstStyle/>
          <a:p>
            <a:fld id="{1F110522-9628-4D86-9B30-58F5700EA90C}" type="slidenum">
              <a:rPr lang="en-CA" smtClean="0"/>
              <a:t>‹#›</a:t>
            </a:fld>
            <a:endParaRPr lang="en-CA"/>
          </a:p>
        </p:txBody>
      </p:sp>
    </p:spTree>
    <p:extLst>
      <p:ext uri="{BB962C8B-B14F-4D97-AF65-F5344CB8AC3E}">
        <p14:creationId xmlns:p14="http://schemas.microsoft.com/office/powerpoint/2010/main" val="1586812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4231F-9824-A0A6-CA3E-CA8DEC43567F}"/>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F5E70F70-27C8-0F7C-D941-2261651DFDF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130B7C6-2C51-6368-3643-74349E884C3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C8DD32A4-C4C0-2DA5-E917-19F735175A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EA3F4C1-8B15-82A3-E6F1-391F869C08B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644673C4-5366-488F-BCB0-E163A84F35A8}"/>
              </a:ext>
            </a:extLst>
          </p:cNvPr>
          <p:cNvSpPr>
            <a:spLocks noGrp="1"/>
          </p:cNvSpPr>
          <p:nvPr>
            <p:ph type="dt" sz="half" idx="10"/>
          </p:nvPr>
        </p:nvSpPr>
        <p:spPr/>
        <p:txBody>
          <a:bodyPr/>
          <a:lstStyle/>
          <a:p>
            <a:fld id="{CA067FE9-5B6C-48B8-9DC4-8572DB55B306}" type="datetimeFigureOut">
              <a:rPr lang="en-CA" smtClean="0"/>
              <a:t>2025-08-29</a:t>
            </a:fld>
            <a:endParaRPr lang="en-CA"/>
          </a:p>
        </p:txBody>
      </p:sp>
      <p:sp>
        <p:nvSpPr>
          <p:cNvPr id="8" name="Footer Placeholder 7">
            <a:extLst>
              <a:ext uri="{FF2B5EF4-FFF2-40B4-BE49-F238E27FC236}">
                <a16:creationId xmlns:a16="http://schemas.microsoft.com/office/drawing/2014/main" id="{61AADF0C-D5F3-6234-7DAC-A1378890B7D0}"/>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8839CA19-4C0D-78F4-DC7B-CAB7A2BC6610}"/>
              </a:ext>
            </a:extLst>
          </p:cNvPr>
          <p:cNvSpPr>
            <a:spLocks noGrp="1"/>
          </p:cNvSpPr>
          <p:nvPr>
            <p:ph type="sldNum" sz="quarter" idx="12"/>
          </p:nvPr>
        </p:nvSpPr>
        <p:spPr/>
        <p:txBody>
          <a:bodyPr/>
          <a:lstStyle/>
          <a:p>
            <a:fld id="{1F110522-9628-4D86-9B30-58F5700EA90C}" type="slidenum">
              <a:rPr lang="en-CA" smtClean="0"/>
              <a:t>‹#›</a:t>
            </a:fld>
            <a:endParaRPr lang="en-CA"/>
          </a:p>
        </p:txBody>
      </p:sp>
    </p:spTree>
    <p:extLst>
      <p:ext uri="{BB962C8B-B14F-4D97-AF65-F5344CB8AC3E}">
        <p14:creationId xmlns:p14="http://schemas.microsoft.com/office/powerpoint/2010/main" val="3831592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90077-3A56-A208-F998-A65850C339A8}"/>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7938A4AF-DF01-BCB1-35A2-BA01EFE0B27E}"/>
              </a:ext>
            </a:extLst>
          </p:cNvPr>
          <p:cNvSpPr>
            <a:spLocks noGrp="1"/>
          </p:cNvSpPr>
          <p:nvPr>
            <p:ph type="dt" sz="half" idx="10"/>
          </p:nvPr>
        </p:nvSpPr>
        <p:spPr/>
        <p:txBody>
          <a:bodyPr/>
          <a:lstStyle/>
          <a:p>
            <a:fld id="{CA067FE9-5B6C-48B8-9DC4-8572DB55B306}" type="datetimeFigureOut">
              <a:rPr lang="en-CA" smtClean="0"/>
              <a:t>2025-08-29</a:t>
            </a:fld>
            <a:endParaRPr lang="en-CA"/>
          </a:p>
        </p:txBody>
      </p:sp>
      <p:sp>
        <p:nvSpPr>
          <p:cNvPr id="4" name="Footer Placeholder 3">
            <a:extLst>
              <a:ext uri="{FF2B5EF4-FFF2-40B4-BE49-F238E27FC236}">
                <a16:creationId xmlns:a16="http://schemas.microsoft.com/office/drawing/2014/main" id="{9B214A4F-12BD-5D84-B498-E731C72D6519}"/>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8953861B-6828-81E5-55E6-2794A6DD889A}"/>
              </a:ext>
            </a:extLst>
          </p:cNvPr>
          <p:cNvSpPr>
            <a:spLocks noGrp="1"/>
          </p:cNvSpPr>
          <p:nvPr>
            <p:ph type="sldNum" sz="quarter" idx="12"/>
          </p:nvPr>
        </p:nvSpPr>
        <p:spPr/>
        <p:txBody>
          <a:bodyPr/>
          <a:lstStyle/>
          <a:p>
            <a:fld id="{1F110522-9628-4D86-9B30-58F5700EA90C}" type="slidenum">
              <a:rPr lang="en-CA" smtClean="0"/>
              <a:t>‹#›</a:t>
            </a:fld>
            <a:endParaRPr lang="en-CA"/>
          </a:p>
        </p:txBody>
      </p:sp>
    </p:spTree>
    <p:extLst>
      <p:ext uri="{BB962C8B-B14F-4D97-AF65-F5344CB8AC3E}">
        <p14:creationId xmlns:p14="http://schemas.microsoft.com/office/powerpoint/2010/main" val="15096334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AE945D-C6ED-C00D-1581-49A3AA5C8B15}"/>
              </a:ext>
            </a:extLst>
          </p:cNvPr>
          <p:cNvSpPr>
            <a:spLocks noGrp="1"/>
          </p:cNvSpPr>
          <p:nvPr>
            <p:ph type="dt" sz="half" idx="10"/>
          </p:nvPr>
        </p:nvSpPr>
        <p:spPr/>
        <p:txBody>
          <a:bodyPr/>
          <a:lstStyle/>
          <a:p>
            <a:fld id="{CA067FE9-5B6C-48B8-9DC4-8572DB55B306}" type="datetimeFigureOut">
              <a:rPr lang="en-CA" smtClean="0"/>
              <a:t>2025-08-29</a:t>
            </a:fld>
            <a:endParaRPr lang="en-CA"/>
          </a:p>
        </p:txBody>
      </p:sp>
      <p:sp>
        <p:nvSpPr>
          <p:cNvPr id="3" name="Footer Placeholder 2">
            <a:extLst>
              <a:ext uri="{FF2B5EF4-FFF2-40B4-BE49-F238E27FC236}">
                <a16:creationId xmlns:a16="http://schemas.microsoft.com/office/drawing/2014/main" id="{14DCABAC-93BA-2868-BB93-B1B3C53F6491}"/>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A9BD566C-CAD8-927B-B1C0-EE83F91BD61F}"/>
              </a:ext>
            </a:extLst>
          </p:cNvPr>
          <p:cNvSpPr>
            <a:spLocks noGrp="1"/>
          </p:cNvSpPr>
          <p:nvPr>
            <p:ph type="sldNum" sz="quarter" idx="12"/>
          </p:nvPr>
        </p:nvSpPr>
        <p:spPr/>
        <p:txBody>
          <a:bodyPr/>
          <a:lstStyle/>
          <a:p>
            <a:fld id="{1F110522-9628-4D86-9B30-58F5700EA90C}" type="slidenum">
              <a:rPr lang="en-CA" smtClean="0"/>
              <a:t>‹#›</a:t>
            </a:fld>
            <a:endParaRPr lang="en-CA"/>
          </a:p>
        </p:txBody>
      </p:sp>
    </p:spTree>
    <p:extLst>
      <p:ext uri="{BB962C8B-B14F-4D97-AF65-F5344CB8AC3E}">
        <p14:creationId xmlns:p14="http://schemas.microsoft.com/office/powerpoint/2010/main" val="14713749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37CAB-1364-DB2D-E38F-8CA7326415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5B84F13B-F02A-C6A1-24B2-CD073EA1BB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428E9E76-A9F9-675D-58D0-C8971693FC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C7159F-68A1-A4BF-94FF-36ED0E9FC861}"/>
              </a:ext>
            </a:extLst>
          </p:cNvPr>
          <p:cNvSpPr>
            <a:spLocks noGrp="1"/>
          </p:cNvSpPr>
          <p:nvPr>
            <p:ph type="dt" sz="half" idx="10"/>
          </p:nvPr>
        </p:nvSpPr>
        <p:spPr/>
        <p:txBody>
          <a:bodyPr/>
          <a:lstStyle/>
          <a:p>
            <a:fld id="{CA067FE9-5B6C-48B8-9DC4-8572DB55B306}" type="datetimeFigureOut">
              <a:rPr lang="en-CA" smtClean="0"/>
              <a:t>2025-08-29</a:t>
            </a:fld>
            <a:endParaRPr lang="en-CA"/>
          </a:p>
        </p:txBody>
      </p:sp>
      <p:sp>
        <p:nvSpPr>
          <p:cNvPr id="6" name="Footer Placeholder 5">
            <a:extLst>
              <a:ext uri="{FF2B5EF4-FFF2-40B4-BE49-F238E27FC236}">
                <a16:creationId xmlns:a16="http://schemas.microsoft.com/office/drawing/2014/main" id="{9E4B7795-9A9B-1E84-9CAE-660CB7A5C4F1}"/>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33507F1C-7A24-83D8-203C-D2E0252780B6}"/>
              </a:ext>
            </a:extLst>
          </p:cNvPr>
          <p:cNvSpPr>
            <a:spLocks noGrp="1"/>
          </p:cNvSpPr>
          <p:nvPr>
            <p:ph type="sldNum" sz="quarter" idx="12"/>
          </p:nvPr>
        </p:nvSpPr>
        <p:spPr/>
        <p:txBody>
          <a:bodyPr/>
          <a:lstStyle/>
          <a:p>
            <a:fld id="{1F110522-9628-4D86-9B30-58F5700EA90C}" type="slidenum">
              <a:rPr lang="en-CA" smtClean="0"/>
              <a:t>‹#›</a:t>
            </a:fld>
            <a:endParaRPr lang="en-CA"/>
          </a:p>
        </p:txBody>
      </p:sp>
    </p:spTree>
    <p:extLst>
      <p:ext uri="{BB962C8B-B14F-4D97-AF65-F5344CB8AC3E}">
        <p14:creationId xmlns:p14="http://schemas.microsoft.com/office/powerpoint/2010/main" val="6694449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6491D-54C9-D3FD-DE06-59F55DD8FD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6BF7AB90-244C-63B1-6087-6C8D5DB6C4B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3FDBE048-1889-54AF-6443-0EB27528CA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15365F-12A6-56C9-327D-41A08792D87B}"/>
              </a:ext>
            </a:extLst>
          </p:cNvPr>
          <p:cNvSpPr>
            <a:spLocks noGrp="1"/>
          </p:cNvSpPr>
          <p:nvPr>
            <p:ph type="dt" sz="half" idx="10"/>
          </p:nvPr>
        </p:nvSpPr>
        <p:spPr/>
        <p:txBody>
          <a:bodyPr/>
          <a:lstStyle/>
          <a:p>
            <a:fld id="{CA067FE9-5B6C-48B8-9DC4-8572DB55B306}" type="datetimeFigureOut">
              <a:rPr lang="en-CA" smtClean="0"/>
              <a:t>2025-08-29</a:t>
            </a:fld>
            <a:endParaRPr lang="en-CA"/>
          </a:p>
        </p:txBody>
      </p:sp>
      <p:sp>
        <p:nvSpPr>
          <p:cNvPr id="6" name="Footer Placeholder 5">
            <a:extLst>
              <a:ext uri="{FF2B5EF4-FFF2-40B4-BE49-F238E27FC236}">
                <a16:creationId xmlns:a16="http://schemas.microsoft.com/office/drawing/2014/main" id="{5D20A20D-D768-549B-B5E1-543E6E4ED7D3}"/>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3154A1D2-3C24-46B5-168F-92B0BEC7DF42}"/>
              </a:ext>
            </a:extLst>
          </p:cNvPr>
          <p:cNvSpPr>
            <a:spLocks noGrp="1"/>
          </p:cNvSpPr>
          <p:nvPr>
            <p:ph type="sldNum" sz="quarter" idx="12"/>
          </p:nvPr>
        </p:nvSpPr>
        <p:spPr/>
        <p:txBody>
          <a:bodyPr/>
          <a:lstStyle/>
          <a:p>
            <a:fld id="{1F110522-9628-4D86-9B30-58F5700EA90C}" type="slidenum">
              <a:rPr lang="en-CA" smtClean="0"/>
              <a:t>‹#›</a:t>
            </a:fld>
            <a:endParaRPr lang="en-CA"/>
          </a:p>
        </p:txBody>
      </p:sp>
    </p:spTree>
    <p:extLst>
      <p:ext uri="{BB962C8B-B14F-4D97-AF65-F5344CB8AC3E}">
        <p14:creationId xmlns:p14="http://schemas.microsoft.com/office/powerpoint/2010/main" val="33510180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63134-C031-1161-FC63-C03FFA5C246D}"/>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833C9D4F-760C-C2E5-F8FC-9BA3EF3871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5DABA822-1746-16C4-0687-95BF94F33A1C}"/>
              </a:ext>
            </a:extLst>
          </p:cNvPr>
          <p:cNvSpPr>
            <a:spLocks noGrp="1"/>
          </p:cNvSpPr>
          <p:nvPr>
            <p:ph type="dt" sz="half" idx="10"/>
          </p:nvPr>
        </p:nvSpPr>
        <p:spPr/>
        <p:txBody>
          <a:bodyPr/>
          <a:lstStyle/>
          <a:p>
            <a:fld id="{CA067FE9-5B6C-48B8-9DC4-8572DB55B306}" type="datetimeFigureOut">
              <a:rPr lang="en-CA" smtClean="0"/>
              <a:t>2025-08-29</a:t>
            </a:fld>
            <a:endParaRPr lang="en-CA"/>
          </a:p>
        </p:txBody>
      </p:sp>
      <p:sp>
        <p:nvSpPr>
          <p:cNvPr id="5" name="Footer Placeholder 4">
            <a:extLst>
              <a:ext uri="{FF2B5EF4-FFF2-40B4-BE49-F238E27FC236}">
                <a16:creationId xmlns:a16="http://schemas.microsoft.com/office/drawing/2014/main" id="{58333261-5B73-EFC6-511C-35DFB06E48A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D257C9B-07F8-7C09-5051-CFDA4DD73F68}"/>
              </a:ext>
            </a:extLst>
          </p:cNvPr>
          <p:cNvSpPr>
            <a:spLocks noGrp="1"/>
          </p:cNvSpPr>
          <p:nvPr>
            <p:ph type="sldNum" sz="quarter" idx="12"/>
          </p:nvPr>
        </p:nvSpPr>
        <p:spPr/>
        <p:txBody>
          <a:bodyPr/>
          <a:lstStyle/>
          <a:p>
            <a:fld id="{1F110522-9628-4D86-9B30-58F5700EA90C}" type="slidenum">
              <a:rPr lang="en-CA" smtClean="0"/>
              <a:t>‹#›</a:t>
            </a:fld>
            <a:endParaRPr lang="en-CA"/>
          </a:p>
        </p:txBody>
      </p:sp>
    </p:spTree>
    <p:extLst>
      <p:ext uri="{BB962C8B-B14F-4D97-AF65-F5344CB8AC3E}">
        <p14:creationId xmlns:p14="http://schemas.microsoft.com/office/powerpoint/2010/main" val="25842004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A30D1C-D98B-1DDD-1292-F3E6A3A01EF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8BA01FB4-BAE3-E82C-1ECC-0418FE1900B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74C87B6A-752B-6B02-DFC4-CC7567FBA72F}"/>
              </a:ext>
            </a:extLst>
          </p:cNvPr>
          <p:cNvSpPr>
            <a:spLocks noGrp="1"/>
          </p:cNvSpPr>
          <p:nvPr>
            <p:ph type="dt" sz="half" idx="10"/>
          </p:nvPr>
        </p:nvSpPr>
        <p:spPr/>
        <p:txBody>
          <a:bodyPr/>
          <a:lstStyle/>
          <a:p>
            <a:fld id="{CA067FE9-5B6C-48B8-9DC4-8572DB55B306}" type="datetimeFigureOut">
              <a:rPr lang="en-CA" smtClean="0"/>
              <a:t>2025-08-29</a:t>
            </a:fld>
            <a:endParaRPr lang="en-CA"/>
          </a:p>
        </p:txBody>
      </p:sp>
      <p:sp>
        <p:nvSpPr>
          <p:cNvPr id="5" name="Footer Placeholder 4">
            <a:extLst>
              <a:ext uri="{FF2B5EF4-FFF2-40B4-BE49-F238E27FC236}">
                <a16:creationId xmlns:a16="http://schemas.microsoft.com/office/drawing/2014/main" id="{E64071CB-8CEC-E243-5555-E3A15D87CACA}"/>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57294C41-3918-F5F8-CE4C-C44DF9CA4923}"/>
              </a:ext>
            </a:extLst>
          </p:cNvPr>
          <p:cNvSpPr>
            <a:spLocks noGrp="1"/>
          </p:cNvSpPr>
          <p:nvPr>
            <p:ph type="sldNum" sz="quarter" idx="12"/>
          </p:nvPr>
        </p:nvSpPr>
        <p:spPr/>
        <p:txBody>
          <a:bodyPr/>
          <a:lstStyle/>
          <a:p>
            <a:fld id="{1F110522-9628-4D86-9B30-58F5700EA90C}" type="slidenum">
              <a:rPr lang="en-CA" smtClean="0"/>
              <a:t>‹#›</a:t>
            </a:fld>
            <a:endParaRPr lang="en-CA"/>
          </a:p>
        </p:txBody>
      </p:sp>
    </p:spTree>
    <p:extLst>
      <p:ext uri="{BB962C8B-B14F-4D97-AF65-F5344CB8AC3E}">
        <p14:creationId xmlns:p14="http://schemas.microsoft.com/office/powerpoint/2010/main" val="36659807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E9A1FDE-77E9-EFD6-810F-0F68FD4EB46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B9F6EA04-EDF0-023F-0344-E9781671715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015EAD5-33F9-6EC5-82FA-328AD4124F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A067FE9-5B6C-48B8-9DC4-8572DB55B306}" type="datetimeFigureOut">
              <a:rPr lang="en-CA" smtClean="0"/>
              <a:t>2025-08-29</a:t>
            </a:fld>
            <a:endParaRPr lang="en-CA"/>
          </a:p>
        </p:txBody>
      </p:sp>
      <p:sp>
        <p:nvSpPr>
          <p:cNvPr id="5" name="Footer Placeholder 4">
            <a:extLst>
              <a:ext uri="{FF2B5EF4-FFF2-40B4-BE49-F238E27FC236}">
                <a16:creationId xmlns:a16="http://schemas.microsoft.com/office/drawing/2014/main" id="{6CB672A9-B302-4A98-148F-8376598B39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A26CD880-B902-EB1D-0A21-F5C3146B3D5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F110522-9628-4D86-9B30-58F5700EA90C}" type="slidenum">
              <a:rPr lang="en-CA" smtClean="0"/>
              <a:t>‹#›</a:t>
            </a:fld>
            <a:endParaRPr lang="en-CA"/>
          </a:p>
        </p:txBody>
      </p:sp>
    </p:spTree>
    <p:extLst>
      <p:ext uri="{BB962C8B-B14F-4D97-AF65-F5344CB8AC3E}">
        <p14:creationId xmlns:p14="http://schemas.microsoft.com/office/powerpoint/2010/main" val="14497593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252E2-B1D1-4D01-EF81-A0880149A2BA}"/>
              </a:ext>
            </a:extLst>
          </p:cNvPr>
          <p:cNvSpPr>
            <a:spLocks noGrp="1"/>
          </p:cNvSpPr>
          <p:nvPr>
            <p:ph type="ctrTitle"/>
          </p:nvPr>
        </p:nvSpPr>
        <p:spPr/>
        <p:txBody>
          <a:bodyPr/>
          <a:lstStyle/>
          <a:p>
            <a:r>
              <a:rPr lang="en-CA" dirty="0"/>
              <a:t>QC Portal Update</a:t>
            </a:r>
          </a:p>
        </p:txBody>
      </p:sp>
      <p:sp>
        <p:nvSpPr>
          <p:cNvPr id="3" name="Subtitle 2">
            <a:extLst>
              <a:ext uri="{FF2B5EF4-FFF2-40B4-BE49-F238E27FC236}">
                <a16:creationId xmlns:a16="http://schemas.microsoft.com/office/drawing/2014/main" id="{75D167D8-2AE1-317D-79C5-84C8F1DECB44}"/>
              </a:ext>
            </a:extLst>
          </p:cNvPr>
          <p:cNvSpPr>
            <a:spLocks noGrp="1"/>
          </p:cNvSpPr>
          <p:nvPr>
            <p:ph type="subTitle" idx="1"/>
          </p:nvPr>
        </p:nvSpPr>
        <p:spPr/>
        <p:txBody>
          <a:bodyPr/>
          <a:lstStyle/>
          <a:p>
            <a:r>
              <a:rPr lang="en-CA" dirty="0"/>
              <a:t>By: Thomas W</a:t>
            </a:r>
          </a:p>
        </p:txBody>
      </p:sp>
    </p:spTree>
    <p:extLst>
      <p:ext uri="{BB962C8B-B14F-4D97-AF65-F5344CB8AC3E}">
        <p14:creationId xmlns:p14="http://schemas.microsoft.com/office/powerpoint/2010/main" val="3108315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F4DE4-EDDC-E252-3001-909216974BB6}"/>
              </a:ext>
            </a:extLst>
          </p:cNvPr>
          <p:cNvSpPr>
            <a:spLocks noGrp="1"/>
          </p:cNvSpPr>
          <p:nvPr>
            <p:ph type="title"/>
          </p:nvPr>
        </p:nvSpPr>
        <p:spPr/>
        <p:txBody>
          <a:bodyPr/>
          <a:lstStyle/>
          <a:p>
            <a:r>
              <a:rPr lang="en-CA" dirty="0"/>
              <a:t>Problem Statement</a:t>
            </a:r>
          </a:p>
        </p:txBody>
      </p:sp>
      <p:sp>
        <p:nvSpPr>
          <p:cNvPr id="3" name="Content Placeholder 2">
            <a:extLst>
              <a:ext uri="{FF2B5EF4-FFF2-40B4-BE49-F238E27FC236}">
                <a16:creationId xmlns:a16="http://schemas.microsoft.com/office/drawing/2014/main" id="{EAE13E14-7E7B-929F-EE1D-14D462269262}"/>
              </a:ext>
            </a:extLst>
          </p:cNvPr>
          <p:cNvSpPr>
            <a:spLocks noGrp="1"/>
          </p:cNvSpPr>
          <p:nvPr>
            <p:ph idx="1"/>
          </p:nvPr>
        </p:nvSpPr>
        <p:spPr/>
        <p:txBody>
          <a:bodyPr/>
          <a:lstStyle/>
          <a:p>
            <a:pPr marL="0" indent="0">
              <a:buNone/>
            </a:pPr>
            <a:r>
              <a:rPr lang="en-CA" dirty="0"/>
              <a:t>Entering results for General Operations and Seal Test tests into QC Portal is unnecessarily repetitive, leading to wasted time and inducing errors.</a:t>
            </a:r>
          </a:p>
          <a:p>
            <a:endParaRPr lang="en-CA" dirty="0"/>
          </a:p>
        </p:txBody>
      </p:sp>
    </p:spTree>
    <p:extLst>
      <p:ext uri="{BB962C8B-B14F-4D97-AF65-F5344CB8AC3E}">
        <p14:creationId xmlns:p14="http://schemas.microsoft.com/office/powerpoint/2010/main" val="34234790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2AB3D-3044-B179-06DD-0ED65BCFB1D1}"/>
              </a:ext>
            </a:extLst>
          </p:cNvPr>
          <p:cNvSpPr>
            <a:spLocks noGrp="1"/>
          </p:cNvSpPr>
          <p:nvPr>
            <p:ph type="title"/>
          </p:nvPr>
        </p:nvSpPr>
        <p:spPr/>
        <p:txBody>
          <a:bodyPr/>
          <a:lstStyle/>
          <a:p>
            <a:r>
              <a:rPr lang="en-CA"/>
              <a:t>General Operations Old Layout</a:t>
            </a:r>
            <a:endParaRPr lang="en-CA" dirty="0"/>
          </a:p>
        </p:txBody>
      </p:sp>
      <p:sp>
        <p:nvSpPr>
          <p:cNvPr id="6" name="TextBox 5">
            <a:extLst>
              <a:ext uri="{FF2B5EF4-FFF2-40B4-BE49-F238E27FC236}">
                <a16:creationId xmlns:a16="http://schemas.microsoft.com/office/drawing/2014/main" id="{A3E3BDCF-E9C0-3947-5117-6160E4A36D60}"/>
              </a:ext>
            </a:extLst>
          </p:cNvPr>
          <p:cNvSpPr txBox="1"/>
          <p:nvPr/>
        </p:nvSpPr>
        <p:spPr>
          <a:xfrm>
            <a:off x="475311" y="1848678"/>
            <a:ext cx="2951922" cy="4247317"/>
          </a:xfrm>
          <a:prstGeom prst="rect">
            <a:avLst/>
          </a:prstGeom>
          <a:noFill/>
        </p:spPr>
        <p:txBody>
          <a:bodyPr wrap="square" rtlCol="0">
            <a:spAutoFit/>
          </a:bodyPr>
          <a:lstStyle/>
          <a:p>
            <a:r>
              <a:rPr lang="en-US" dirty="0"/>
              <a:t>In the old layout, the QC team would update general operation records by fetching sensor voltage values from Grafana, then manually inserting them into the database one sensor at a time using single input mode, as seen in the image below. This process could be very time consuming and error inducing as it was often repeated for hundreds of sensors at a time. </a:t>
            </a:r>
            <a:endParaRPr lang="en-CA" dirty="0"/>
          </a:p>
        </p:txBody>
      </p:sp>
      <p:pic>
        <p:nvPicPr>
          <p:cNvPr id="11" name="Content Placeholder 10" descr="A screenshot of a computer&#10;&#10;AI-generated content may be incorrect.">
            <a:extLst>
              <a:ext uri="{FF2B5EF4-FFF2-40B4-BE49-F238E27FC236}">
                <a16:creationId xmlns:a16="http://schemas.microsoft.com/office/drawing/2014/main" id="{0C63E9BF-AFDC-ABED-1A30-5FD5C4FB8BC5}"/>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r="7717"/>
          <a:stretch>
            <a:fillRect/>
          </a:stretch>
        </p:blipFill>
        <p:spPr>
          <a:xfrm>
            <a:off x="3509941" y="1848678"/>
            <a:ext cx="8504259" cy="4351338"/>
          </a:xfrm>
        </p:spPr>
      </p:pic>
    </p:spTree>
    <p:extLst>
      <p:ext uri="{BB962C8B-B14F-4D97-AF65-F5344CB8AC3E}">
        <p14:creationId xmlns:p14="http://schemas.microsoft.com/office/powerpoint/2010/main" val="18005709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B51B0-F03B-BEE3-6B72-A175EB496796}"/>
              </a:ext>
            </a:extLst>
          </p:cNvPr>
          <p:cNvSpPr>
            <a:spLocks noGrp="1"/>
          </p:cNvSpPr>
          <p:nvPr>
            <p:ph type="title"/>
          </p:nvPr>
        </p:nvSpPr>
        <p:spPr/>
        <p:txBody>
          <a:bodyPr/>
          <a:lstStyle/>
          <a:p>
            <a:r>
              <a:rPr lang="en-CA" dirty="0"/>
              <a:t>General Operations Updated layout</a:t>
            </a:r>
          </a:p>
        </p:txBody>
      </p:sp>
      <p:sp>
        <p:nvSpPr>
          <p:cNvPr id="9" name="TextBox 8">
            <a:extLst>
              <a:ext uri="{FF2B5EF4-FFF2-40B4-BE49-F238E27FC236}">
                <a16:creationId xmlns:a16="http://schemas.microsoft.com/office/drawing/2014/main" id="{86259CDE-936D-82DA-C56F-F84D379BE3B9}"/>
              </a:ext>
            </a:extLst>
          </p:cNvPr>
          <p:cNvSpPr txBox="1"/>
          <p:nvPr/>
        </p:nvSpPr>
        <p:spPr>
          <a:xfrm>
            <a:off x="157480" y="1568768"/>
            <a:ext cx="3500120" cy="4801314"/>
          </a:xfrm>
          <a:prstGeom prst="rect">
            <a:avLst/>
          </a:prstGeom>
          <a:noFill/>
        </p:spPr>
        <p:txBody>
          <a:bodyPr wrap="square" rtlCol="0">
            <a:spAutoFit/>
          </a:bodyPr>
          <a:lstStyle/>
          <a:p>
            <a:r>
              <a:rPr lang="en-US" dirty="0"/>
              <a:t>In the new layout, the General Operation records can be updated for multiple macs at once. This is done by inserting the macs, choosing the desired CM and clicking “Proceed”. Then, the program will automatically extract the voltage values and error statuses of each sensor (related to the specified CM) from the MFT database and present them in a table for the user to inspect. The user can then press “Update” to insert the data if they are satisfied with it. A more detailed user walkthrough can be seen in the flow chart below.</a:t>
            </a:r>
            <a:endParaRPr lang="en-CA" dirty="0"/>
          </a:p>
        </p:txBody>
      </p:sp>
      <p:pic>
        <p:nvPicPr>
          <p:cNvPr id="13" name="Content Placeholder 12" descr="A screenshot of a computer&#10;&#10;AI-generated content may be incorrect.">
            <a:extLst>
              <a:ext uri="{FF2B5EF4-FFF2-40B4-BE49-F238E27FC236}">
                <a16:creationId xmlns:a16="http://schemas.microsoft.com/office/drawing/2014/main" id="{2A972816-6593-7DCB-2590-9C1E54A2E402}"/>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r="5437"/>
          <a:stretch>
            <a:fillRect/>
          </a:stretch>
        </p:blipFill>
        <p:spPr>
          <a:xfrm>
            <a:off x="3777251" y="1690688"/>
            <a:ext cx="8343629" cy="4351338"/>
          </a:xfrm>
        </p:spPr>
      </p:pic>
    </p:spTree>
    <p:extLst>
      <p:ext uri="{BB962C8B-B14F-4D97-AF65-F5344CB8AC3E}">
        <p14:creationId xmlns:p14="http://schemas.microsoft.com/office/powerpoint/2010/main" val="17050329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5816A-7770-3596-4A4A-993AEF18C127}"/>
              </a:ext>
            </a:extLst>
          </p:cNvPr>
          <p:cNvSpPr>
            <a:spLocks noGrp="1"/>
          </p:cNvSpPr>
          <p:nvPr>
            <p:ph type="title"/>
          </p:nvPr>
        </p:nvSpPr>
        <p:spPr>
          <a:xfrm>
            <a:off x="253019" y="96044"/>
            <a:ext cx="10515600" cy="1325563"/>
          </a:xfrm>
        </p:spPr>
        <p:txBody>
          <a:bodyPr/>
          <a:lstStyle/>
          <a:p>
            <a:r>
              <a:rPr lang="en-CA" dirty="0"/>
              <a:t>General Operations Walkthrough</a:t>
            </a:r>
          </a:p>
        </p:txBody>
      </p:sp>
      <p:pic>
        <p:nvPicPr>
          <p:cNvPr id="11" name="Picture 10" descr="A screenshot of a computer program&#10;&#10;AI-generated content may be incorrect.">
            <a:extLst>
              <a:ext uri="{FF2B5EF4-FFF2-40B4-BE49-F238E27FC236}">
                <a16:creationId xmlns:a16="http://schemas.microsoft.com/office/drawing/2014/main" id="{A818236A-AF3C-A157-7E99-3D2F62BF3A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6282" y="1180306"/>
            <a:ext cx="6877050" cy="5581650"/>
          </a:xfrm>
          <a:prstGeom prst="rect">
            <a:avLst/>
          </a:prstGeom>
        </p:spPr>
      </p:pic>
    </p:spTree>
    <p:extLst>
      <p:ext uri="{BB962C8B-B14F-4D97-AF65-F5344CB8AC3E}">
        <p14:creationId xmlns:p14="http://schemas.microsoft.com/office/powerpoint/2010/main" val="699293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0700A-5563-096D-4BD5-F074408D3251}"/>
              </a:ext>
            </a:extLst>
          </p:cNvPr>
          <p:cNvSpPr>
            <a:spLocks noGrp="1"/>
          </p:cNvSpPr>
          <p:nvPr>
            <p:ph type="title"/>
          </p:nvPr>
        </p:nvSpPr>
        <p:spPr/>
        <p:txBody>
          <a:bodyPr/>
          <a:lstStyle/>
          <a:p>
            <a:r>
              <a:rPr lang="en-CA" dirty="0"/>
              <a:t>General Operations Walkthrough</a:t>
            </a:r>
          </a:p>
        </p:txBody>
      </p:sp>
      <p:pic>
        <p:nvPicPr>
          <p:cNvPr id="4" name="Picture 3" descr="A diagram of a flowchart&#10;&#10;AI-generated content may be incorrect.">
            <a:extLst>
              <a:ext uri="{FF2B5EF4-FFF2-40B4-BE49-F238E27FC236}">
                <a16:creationId xmlns:a16="http://schemas.microsoft.com/office/drawing/2014/main" id="{F4330C35-C54D-2B3B-1528-55F6CCB821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4150" y="1361067"/>
            <a:ext cx="7689296" cy="5241036"/>
          </a:xfrm>
          <a:prstGeom prst="rect">
            <a:avLst/>
          </a:prstGeom>
        </p:spPr>
      </p:pic>
    </p:spTree>
    <p:extLst>
      <p:ext uri="{BB962C8B-B14F-4D97-AF65-F5344CB8AC3E}">
        <p14:creationId xmlns:p14="http://schemas.microsoft.com/office/powerpoint/2010/main" val="18381469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5E91C-2C42-BD77-670E-8F46263350C9}"/>
              </a:ext>
            </a:extLst>
          </p:cNvPr>
          <p:cNvSpPr>
            <a:spLocks noGrp="1"/>
          </p:cNvSpPr>
          <p:nvPr>
            <p:ph type="title"/>
          </p:nvPr>
        </p:nvSpPr>
        <p:spPr/>
        <p:txBody>
          <a:bodyPr/>
          <a:lstStyle/>
          <a:p>
            <a:r>
              <a:rPr lang="en-CA" dirty="0"/>
              <a:t>General Operations Walkthrough</a:t>
            </a:r>
          </a:p>
        </p:txBody>
      </p:sp>
      <p:pic>
        <p:nvPicPr>
          <p:cNvPr id="5" name="Content Placeholder 4" descr="A screenshot of a computer&#10;&#10;AI-generated content may be incorrect.">
            <a:extLst>
              <a:ext uri="{FF2B5EF4-FFF2-40B4-BE49-F238E27FC236}">
                <a16:creationId xmlns:a16="http://schemas.microsoft.com/office/drawing/2014/main" id="{3A9D1303-E667-3342-B5FB-1607894F75A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71520" y="1482725"/>
            <a:ext cx="7767234" cy="5209730"/>
          </a:xfrm>
        </p:spPr>
      </p:pic>
    </p:spTree>
    <p:extLst>
      <p:ext uri="{BB962C8B-B14F-4D97-AF65-F5344CB8AC3E}">
        <p14:creationId xmlns:p14="http://schemas.microsoft.com/office/powerpoint/2010/main" val="25826010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E52A1-C3D3-43AC-DA84-A423B5D88BEA}"/>
              </a:ext>
            </a:extLst>
          </p:cNvPr>
          <p:cNvSpPr>
            <a:spLocks noGrp="1"/>
          </p:cNvSpPr>
          <p:nvPr>
            <p:ph type="title"/>
          </p:nvPr>
        </p:nvSpPr>
        <p:spPr/>
        <p:txBody>
          <a:bodyPr/>
          <a:lstStyle/>
          <a:p>
            <a:r>
              <a:rPr lang="en-CA" dirty="0"/>
              <a:t>Seal Test Old Layout</a:t>
            </a:r>
          </a:p>
        </p:txBody>
      </p:sp>
      <p:sp>
        <p:nvSpPr>
          <p:cNvPr id="6" name="TextBox 5">
            <a:extLst>
              <a:ext uri="{FF2B5EF4-FFF2-40B4-BE49-F238E27FC236}">
                <a16:creationId xmlns:a16="http://schemas.microsoft.com/office/drawing/2014/main" id="{B285C67F-4BA5-FA73-9A8B-1D79B12BF780}"/>
              </a:ext>
            </a:extLst>
          </p:cNvPr>
          <p:cNvSpPr txBox="1"/>
          <p:nvPr/>
        </p:nvSpPr>
        <p:spPr>
          <a:xfrm>
            <a:off x="685800" y="1848678"/>
            <a:ext cx="3756991" cy="3693319"/>
          </a:xfrm>
          <a:prstGeom prst="rect">
            <a:avLst/>
          </a:prstGeom>
          <a:noFill/>
        </p:spPr>
        <p:txBody>
          <a:bodyPr wrap="square" rtlCol="0">
            <a:spAutoFit/>
          </a:bodyPr>
          <a:lstStyle/>
          <a:p>
            <a:r>
              <a:rPr lang="en-US"/>
              <a:t>In the old layout, the QC team would update seal test records by manually inserting the initial/final/delta weights of the sensors along with their resets, samples, and missing samples into the database one sensor at a time. This was usually done for 10 sensors at a time and could also be very time consuming and error inducing since the user would have to look through an excel file to find the samples of each sensor.</a:t>
            </a:r>
            <a:endParaRPr lang="en-CA" dirty="0"/>
          </a:p>
        </p:txBody>
      </p:sp>
      <p:pic>
        <p:nvPicPr>
          <p:cNvPr id="8" name="Picture 7" descr="A screenshot of a computer&#10;&#10;AI-generated content may be incorrect.">
            <a:extLst>
              <a:ext uri="{FF2B5EF4-FFF2-40B4-BE49-F238E27FC236}">
                <a16:creationId xmlns:a16="http://schemas.microsoft.com/office/drawing/2014/main" id="{720635BF-36A2-F024-2985-9713CFC41C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42791" y="1515346"/>
            <a:ext cx="7429904" cy="4479053"/>
          </a:xfrm>
          <a:prstGeom prst="rect">
            <a:avLst/>
          </a:prstGeom>
        </p:spPr>
      </p:pic>
    </p:spTree>
    <p:extLst>
      <p:ext uri="{BB962C8B-B14F-4D97-AF65-F5344CB8AC3E}">
        <p14:creationId xmlns:p14="http://schemas.microsoft.com/office/powerpoint/2010/main" val="3614266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E7288C-A5BF-8608-4061-73082EC62638}"/>
              </a:ext>
            </a:extLst>
          </p:cNvPr>
          <p:cNvSpPr>
            <a:spLocks noGrp="1"/>
          </p:cNvSpPr>
          <p:nvPr>
            <p:ph type="title"/>
          </p:nvPr>
        </p:nvSpPr>
        <p:spPr/>
        <p:txBody>
          <a:bodyPr/>
          <a:lstStyle/>
          <a:p>
            <a:r>
              <a:rPr lang="en-CA" dirty="0"/>
              <a:t>Seal Test Updated Layout</a:t>
            </a:r>
          </a:p>
        </p:txBody>
      </p:sp>
      <p:sp>
        <p:nvSpPr>
          <p:cNvPr id="6" name="TextBox 5">
            <a:extLst>
              <a:ext uri="{FF2B5EF4-FFF2-40B4-BE49-F238E27FC236}">
                <a16:creationId xmlns:a16="http://schemas.microsoft.com/office/drawing/2014/main" id="{FE7500F8-2B80-5B10-6BF5-490F559C5296}"/>
              </a:ext>
            </a:extLst>
          </p:cNvPr>
          <p:cNvSpPr txBox="1"/>
          <p:nvPr/>
        </p:nvSpPr>
        <p:spPr>
          <a:xfrm>
            <a:off x="517939" y="1600199"/>
            <a:ext cx="3696252" cy="4524315"/>
          </a:xfrm>
          <a:prstGeom prst="rect">
            <a:avLst/>
          </a:prstGeom>
          <a:noFill/>
        </p:spPr>
        <p:txBody>
          <a:bodyPr wrap="square" rtlCol="0">
            <a:spAutoFit/>
          </a:bodyPr>
          <a:lstStyle/>
          <a:p>
            <a:r>
              <a:rPr lang="en-US" dirty="0"/>
              <a:t>In the new layout, the records of all macs in a Seal Test can be updated at once. If the user doesn't have a saved template yet they will need to insert the macs of the sensors they wish to update and press "Download Template". This will create a template csv file containing the inserted macs and download it on the users computer. Then, the user will fill in the empty columns, and reupload it. They will then be presented with a table in which they can verify the data before inserting it in to the database. </a:t>
            </a:r>
            <a:endParaRPr lang="en-CA" dirty="0"/>
          </a:p>
        </p:txBody>
      </p:sp>
      <p:pic>
        <p:nvPicPr>
          <p:cNvPr id="10" name="Picture 9" descr="A screenshot of a computer&#10;&#10;AI-generated content may be incorrect.">
            <a:extLst>
              <a:ext uri="{FF2B5EF4-FFF2-40B4-BE49-F238E27FC236}">
                <a16:creationId xmlns:a16="http://schemas.microsoft.com/office/drawing/2014/main" id="{452E093D-F019-5E60-CC59-3091B9629A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42431" y="1600199"/>
            <a:ext cx="7750177" cy="4191027"/>
          </a:xfrm>
          <a:prstGeom prst="rect">
            <a:avLst/>
          </a:prstGeom>
        </p:spPr>
      </p:pic>
    </p:spTree>
    <p:extLst>
      <p:ext uri="{BB962C8B-B14F-4D97-AF65-F5344CB8AC3E}">
        <p14:creationId xmlns:p14="http://schemas.microsoft.com/office/powerpoint/2010/main" val="24199152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1A529-5718-6930-8C1A-9E32C241078C}"/>
              </a:ext>
            </a:extLst>
          </p:cNvPr>
          <p:cNvSpPr>
            <a:spLocks noGrp="1"/>
          </p:cNvSpPr>
          <p:nvPr>
            <p:ph type="title"/>
          </p:nvPr>
        </p:nvSpPr>
        <p:spPr>
          <a:xfrm>
            <a:off x="767080" y="0"/>
            <a:ext cx="10515600" cy="1325563"/>
          </a:xfrm>
        </p:spPr>
        <p:txBody>
          <a:bodyPr/>
          <a:lstStyle/>
          <a:p>
            <a:r>
              <a:rPr lang="en-CA" dirty="0"/>
              <a:t>Seal Test Walkthrough</a:t>
            </a:r>
          </a:p>
        </p:txBody>
      </p:sp>
      <p:pic>
        <p:nvPicPr>
          <p:cNvPr id="5" name="Content Placeholder 4" descr="A diagram of a diagram&#10;&#10;AI-generated content may be incorrect.">
            <a:extLst>
              <a:ext uri="{FF2B5EF4-FFF2-40B4-BE49-F238E27FC236}">
                <a16:creationId xmlns:a16="http://schemas.microsoft.com/office/drawing/2014/main" id="{FF3BAD87-5D4E-FB93-22E3-02BE3558027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7080" y="938758"/>
            <a:ext cx="9855200" cy="5919242"/>
          </a:xfrm>
        </p:spPr>
      </p:pic>
    </p:spTree>
    <p:extLst>
      <p:ext uri="{BB962C8B-B14F-4D97-AF65-F5344CB8AC3E}">
        <p14:creationId xmlns:p14="http://schemas.microsoft.com/office/powerpoint/2010/main" val="29873190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F921D-9E15-7B6B-3244-E5CD42C5811F}"/>
              </a:ext>
            </a:extLst>
          </p:cNvPr>
          <p:cNvSpPr>
            <a:spLocks noGrp="1"/>
          </p:cNvSpPr>
          <p:nvPr>
            <p:ph type="title"/>
          </p:nvPr>
        </p:nvSpPr>
        <p:spPr>
          <a:xfrm>
            <a:off x="838200" y="-171588"/>
            <a:ext cx="10515600" cy="1325563"/>
          </a:xfrm>
        </p:spPr>
        <p:txBody>
          <a:bodyPr/>
          <a:lstStyle/>
          <a:p>
            <a:r>
              <a:rPr lang="en-CA" dirty="0"/>
              <a:t>Seal Test Walkthrough</a:t>
            </a:r>
          </a:p>
        </p:txBody>
      </p:sp>
      <p:pic>
        <p:nvPicPr>
          <p:cNvPr id="5" name="Picture 4" descr="A screenshot of a computer screen&#10;&#10;AI-generated content may be incorrect.">
            <a:extLst>
              <a:ext uri="{FF2B5EF4-FFF2-40B4-BE49-F238E27FC236}">
                <a16:creationId xmlns:a16="http://schemas.microsoft.com/office/drawing/2014/main" id="{003EBD89-D03A-8A71-0DFF-1BD3115523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55956" y="707168"/>
            <a:ext cx="5800888" cy="5992389"/>
          </a:xfrm>
          <a:prstGeom prst="rect">
            <a:avLst/>
          </a:prstGeom>
        </p:spPr>
      </p:pic>
      <p:pic>
        <p:nvPicPr>
          <p:cNvPr id="7" name="Picture 6" descr="A diagram of a program&#10;&#10;AI-generated content may be incorrect.">
            <a:extLst>
              <a:ext uri="{FF2B5EF4-FFF2-40B4-BE49-F238E27FC236}">
                <a16:creationId xmlns:a16="http://schemas.microsoft.com/office/drawing/2014/main" id="{151A6E55-6B5E-02B3-0EF3-C173C43B09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153975"/>
            <a:ext cx="3109692" cy="5098775"/>
          </a:xfrm>
          <a:prstGeom prst="rect">
            <a:avLst/>
          </a:prstGeom>
        </p:spPr>
      </p:pic>
    </p:spTree>
    <p:extLst>
      <p:ext uri="{BB962C8B-B14F-4D97-AF65-F5344CB8AC3E}">
        <p14:creationId xmlns:p14="http://schemas.microsoft.com/office/powerpoint/2010/main" val="35979252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74A90-968A-5688-18E5-05548E2539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EE41F8-6301-04F7-DA00-B0AE29DCAAC7}"/>
              </a:ext>
            </a:extLst>
          </p:cNvPr>
          <p:cNvSpPr>
            <a:spLocks noGrp="1"/>
          </p:cNvSpPr>
          <p:nvPr>
            <p:ph type="title"/>
          </p:nvPr>
        </p:nvSpPr>
        <p:spPr>
          <a:xfrm>
            <a:off x="838200" y="-171588"/>
            <a:ext cx="10515600" cy="1325563"/>
          </a:xfrm>
        </p:spPr>
        <p:txBody>
          <a:bodyPr/>
          <a:lstStyle/>
          <a:p>
            <a:r>
              <a:rPr lang="en-CA" dirty="0"/>
              <a:t>Seal Test Walkthrough</a:t>
            </a:r>
          </a:p>
        </p:txBody>
      </p:sp>
      <p:pic>
        <p:nvPicPr>
          <p:cNvPr id="4" name="Picture 3" descr="A screenshot of a computer screen&#10;&#10;AI-generated content may be incorrect.">
            <a:extLst>
              <a:ext uri="{FF2B5EF4-FFF2-40B4-BE49-F238E27FC236}">
                <a16:creationId xmlns:a16="http://schemas.microsoft.com/office/drawing/2014/main" id="{AC75BE36-B605-B20E-4B62-FC4493C3ED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10469" y="662195"/>
            <a:ext cx="4396409" cy="5673307"/>
          </a:xfrm>
          <a:prstGeom prst="rect">
            <a:avLst/>
          </a:prstGeom>
        </p:spPr>
      </p:pic>
    </p:spTree>
    <p:extLst>
      <p:ext uri="{BB962C8B-B14F-4D97-AF65-F5344CB8AC3E}">
        <p14:creationId xmlns:p14="http://schemas.microsoft.com/office/powerpoint/2010/main" val="10059783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20464-2041-78E7-7AE2-6B8E1D0E72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F1D5A0-00A0-EA3E-2936-956723B4A278}"/>
              </a:ext>
            </a:extLst>
          </p:cNvPr>
          <p:cNvSpPr>
            <a:spLocks noGrp="1"/>
          </p:cNvSpPr>
          <p:nvPr>
            <p:ph type="title"/>
          </p:nvPr>
        </p:nvSpPr>
        <p:spPr>
          <a:xfrm>
            <a:off x="838200" y="-171588"/>
            <a:ext cx="10515600" cy="1325563"/>
          </a:xfrm>
        </p:spPr>
        <p:txBody>
          <a:bodyPr/>
          <a:lstStyle/>
          <a:p>
            <a:r>
              <a:rPr lang="en-CA" dirty="0"/>
              <a:t>Seal Test Walkthrough</a:t>
            </a:r>
          </a:p>
        </p:txBody>
      </p:sp>
      <p:pic>
        <p:nvPicPr>
          <p:cNvPr id="5" name="Picture 4" descr="A screenshot of a computer&#10;&#10;AI-generated content may be incorrect.">
            <a:extLst>
              <a:ext uri="{FF2B5EF4-FFF2-40B4-BE49-F238E27FC236}">
                <a16:creationId xmlns:a16="http://schemas.microsoft.com/office/drawing/2014/main" id="{4F1421B7-9D3F-18BE-D64C-3B501FB74EC6}"/>
              </a:ext>
            </a:extLst>
          </p:cNvPr>
          <p:cNvPicPr>
            <a:picLocks noChangeAspect="1"/>
          </p:cNvPicPr>
          <p:nvPr/>
        </p:nvPicPr>
        <p:blipFill>
          <a:blip r:embed="rId2">
            <a:extLst>
              <a:ext uri="{28A0092B-C50C-407E-A947-70E740481C1C}">
                <a14:useLocalDpi xmlns:a14="http://schemas.microsoft.com/office/drawing/2010/main" val="0"/>
              </a:ext>
            </a:extLst>
          </a:blip>
          <a:srcRect l="12693" r="3816" b="18702"/>
          <a:stretch>
            <a:fillRect/>
          </a:stretch>
        </p:blipFill>
        <p:spPr>
          <a:xfrm>
            <a:off x="421351" y="716436"/>
            <a:ext cx="7169499" cy="3975052"/>
          </a:xfrm>
          <a:prstGeom prst="rect">
            <a:avLst/>
          </a:prstGeom>
        </p:spPr>
      </p:pic>
      <p:pic>
        <p:nvPicPr>
          <p:cNvPr id="7" name="Picture 6" descr="A screenshot of a spreadsheet&#10;&#10;AI-generated content may be incorrect.">
            <a:extLst>
              <a:ext uri="{FF2B5EF4-FFF2-40B4-BE49-F238E27FC236}">
                <a16:creationId xmlns:a16="http://schemas.microsoft.com/office/drawing/2014/main" id="{2857E2BB-1059-20DB-93BC-EC90A7536E1A}"/>
              </a:ext>
            </a:extLst>
          </p:cNvPr>
          <p:cNvPicPr>
            <a:picLocks noChangeAspect="1"/>
          </p:cNvPicPr>
          <p:nvPr/>
        </p:nvPicPr>
        <p:blipFill>
          <a:blip r:embed="rId3">
            <a:extLst>
              <a:ext uri="{28A0092B-C50C-407E-A947-70E740481C1C}">
                <a14:useLocalDpi xmlns:a14="http://schemas.microsoft.com/office/drawing/2010/main" val="0"/>
              </a:ext>
            </a:extLst>
          </a:blip>
          <a:srcRect b="9255"/>
          <a:stretch>
            <a:fillRect/>
          </a:stretch>
        </p:blipFill>
        <p:spPr>
          <a:xfrm>
            <a:off x="235527" y="4980921"/>
            <a:ext cx="5595136" cy="1770329"/>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9C650EEE-D61E-D459-BD6F-E8DD1AEC57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71920" y="4980921"/>
            <a:ext cx="5405121" cy="1875401"/>
          </a:xfrm>
          <a:prstGeom prst="rect">
            <a:avLst/>
          </a:prstGeom>
        </p:spPr>
      </p:pic>
    </p:spTree>
    <p:extLst>
      <p:ext uri="{BB962C8B-B14F-4D97-AF65-F5344CB8AC3E}">
        <p14:creationId xmlns:p14="http://schemas.microsoft.com/office/powerpoint/2010/main" val="26273379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9FBA6-0005-5669-BFD0-E10795CCCE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079566-7607-9EE6-A408-385532FE31B5}"/>
              </a:ext>
            </a:extLst>
          </p:cNvPr>
          <p:cNvSpPr>
            <a:spLocks noGrp="1"/>
          </p:cNvSpPr>
          <p:nvPr>
            <p:ph type="title"/>
          </p:nvPr>
        </p:nvSpPr>
        <p:spPr>
          <a:xfrm>
            <a:off x="838200" y="-171588"/>
            <a:ext cx="10515600" cy="1325563"/>
          </a:xfrm>
        </p:spPr>
        <p:txBody>
          <a:bodyPr/>
          <a:lstStyle/>
          <a:p>
            <a:r>
              <a:rPr lang="en-CA" dirty="0"/>
              <a:t>Seal Test Walkthrough</a:t>
            </a:r>
          </a:p>
        </p:txBody>
      </p:sp>
      <p:pic>
        <p:nvPicPr>
          <p:cNvPr id="4" name="Picture 3" descr="A screenshot of a computer&#10;&#10;AI-generated content may be incorrect.">
            <a:extLst>
              <a:ext uri="{FF2B5EF4-FFF2-40B4-BE49-F238E27FC236}">
                <a16:creationId xmlns:a16="http://schemas.microsoft.com/office/drawing/2014/main" id="{8346703B-5CA7-46C3-D946-D8B3D28C99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6028" y="4036724"/>
            <a:ext cx="7263246" cy="2582918"/>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F1772193-7F52-C63E-733A-32C1D988AD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9253" y="925375"/>
            <a:ext cx="5462057" cy="3111349"/>
          </a:xfrm>
          <a:prstGeom prst="rect">
            <a:avLst/>
          </a:prstGeom>
        </p:spPr>
      </p:pic>
    </p:spTree>
    <p:extLst>
      <p:ext uri="{BB962C8B-B14F-4D97-AF65-F5344CB8AC3E}">
        <p14:creationId xmlns:p14="http://schemas.microsoft.com/office/powerpoint/2010/main" val="5743886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980F8-C287-9807-A0A7-44F2C7152BA9}"/>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8A835F98-FEFA-3109-F97F-C5DDF63D82C6}"/>
              </a:ext>
            </a:extLst>
          </p:cNvPr>
          <p:cNvSpPr>
            <a:spLocks noGrp="1"/>
          </p:cNvSpPr>
          <p:nvPr>
            <p:ph idx="1"/>
          </p:nvPr>
        </p:nvSpPr>
        <p:spPr/>
        <p:txBody>
          <a:bodyPr/>
          <a:lstStyle/>
          <a:p>
            <a:endParaRPr lang="en-CA"/>
          </a:p>
        </p:txBody>
      </p:sp>
    </p:spTree>
    <p:extLst>
      <p:ext uri="{BB962C8B-B14F-4D97-AF65-F5344CB8AC3E}">
        <p14:creationId xmlns:p14="http://schemas.microsoft.com/office/powerpoint/2010/main" val="21696993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1454</TotalTime>
  <Words>439</Words>
  <Application>Microsoft Office PowerPoint</Application>
  <PresentationFormat>Widescreen</PresentationFormat>
  <Paragraphs>21</Paragraphs>
  <Slides>15</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Aptos Display</vt:lpstr>
      <vt:lpstr>Arial</vt:lpstr>
      <vt:lpstr>Office Theme</vt:lpstr>
      <vt:lpstr>QC Portal Update</vt:lpstr>
      <vt:lpstr>Problem Statement</vt:lpstr>
      <vt:lpstr>General Operations Old Layout</vt:lpstr>
      <vt:lpstr>General Operations Updated layout</vt:lpstr>
      <vt:lpstr>General Operations Walkthrough</vt:lpstr>
      <vt:lpstr>General Operations Walkthrough</vt:lpstr>
      <vt:lpstr>General Operations Walkthrough</vt:lpstr>
      <vt:lpstr>Seal Test Old Layout</vt:lpstr>
      <vt:lpstr>Seal Test Updated Layout</vt:lpstr>
      <vt:lpstr>Seal Test Walkthrough</vt:lpstr>
      <vt:lpstr>Seal Test Walkthrough</vt:lpstr>
      <vt:lpstr>Seal Test Walkthrough</vt:lpstr>
      <vt:lpstr>Seal Test Walkthrough</vt:lpstr>
      <vt:lpstr>Seal Test Walkthrough</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Wilkinson</dc:creator>
  <cp:lastModifiedBy>Thomas Wilkinson</cp:lastModifiedBy>
  <cp:revision>1</cp:revision>
  <dcterms:created xsi:type="dcterms:W3CDTF">2024-12-17T15:25:47Z</dcterms:created>
  <dcterms:modified xsi:type="dcterms:W3CDTF">2025-08-29T14:07:03Z</dcterms:modified>
</cp:coreProperties>
</file>